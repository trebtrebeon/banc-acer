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2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8" d="100"/>
          <a:sy n="88" d="100"/>
        </p:scale>
        <p:origin x="-172" y="-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44858-58FC-46F1-AB9C-920CB30D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9CD555-2A6A-4720-BADF-B8972C9D4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99FCA0-6BDF-4D48-996C-1859F2EB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000B2F-5520-4D2E-B78F-85567BCE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73EE50-C3FB-4413-82AF-4F50B5E9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50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849EED-7918-49BA-8C38-89859D374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958728-6403-4E2A-9769-A00016ED2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4F5351-88F5-429F-BD22-8241A4B1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A2E627-70F7-4DA7-A0C6-896C1E0C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5537F9-A5F3-420D-8063-31A0F83C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830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B12C9-6A54-4F1E-A104-9B0CFA1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C4CCC0-EA4B-40D6-B270-BD80EA5B3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D15F58-6F31-4466-B4D8-B102CD34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F78FE6-FFFF-4A09-98DB-ACB031E26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39CD85-F8A3-4BA7-A7E0-F4DC863D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587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A8B035-0109-43AE-A7E8-72163637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A58CA0-67DA-4AD9-83BD-C9F9E6F43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1BC443-1145-4F69-A905-BA3CC8264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C00FEE-63D0-4BE4-BBDC-74999D81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DE9C4B-9DDE-476C-BE91-D8BCDBE3C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096CE0-1B98-44AA-8E2B-6A892520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30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56418D-CEC0-42E8-B313-2D3798C6D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EC31C4-3244-4222-BD24-03AD8B700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35B010-BD90-4054-8063-33756E172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CFB041C-65F2-4652-9769-A76CAC8DD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E2F9056-E523-440A-8397-2F702149C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0B41A32-6222-4BC8-BAA6-DEC01FC7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12A6D8-2B62-438B-9E6D-C5AA46C0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4185113-CBCE-4DD3-AFA1-5A2864AE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75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AF149F-97A1-4725-A1DC-EB5ECEB3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E1FE069-2B92-4FE9-BF23-D3BAF0F7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24B21B-2157-4F48-9CE6-59D1453B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626A35-C3A7-4912-96AD-14F0AEEA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88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2DF4DEF-5091-40C5-A4D3-F93022306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DADE59-41F6-4F99-A175-0ADBAB8D7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57613A-9D47-48E2-AB6E-285DF7F3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352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426DF7-3124-43F4-8337-DF0CFBF81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3B7107-16BE-4A4D-B561-543B0F9F2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48F9D2-DE8F-49D8-BFFA-9DFF3A59E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7556AC-8CF9-4851-A1BE-144B8EFC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1B6302-4485-41F1-928F-19F583E71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D1B041-2544-4C6D-993D-8D25D5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28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8DE6FB-B8F1-4BB5-A472-1C4B483A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E927546-C033-478C-9835-BAFB92409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3316AC-1F10-44AC-A8D3-74E532366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25DC97-263E-419C-8DCA-257F8E53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763435-1E07-4BB6-89A9-D06931F7A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DCC0A3-4847-4685-A875-BC7B9EFB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36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A1AA8-8D69-4F05-8409-34FD5513D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CF41495-12D3-4CD3-9D41-50BD8384A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9476C9-AF4A-4AA4-874C-415A42819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1BB898-4B65-4BE1-A924-9AC90C1BA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79523B-42D8-4481-99B7-9B9A5F72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98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E33A057-ABC1-4D49-B6DA-41596DD57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D52136-3F47-4E16-BCD5-27958EA58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4955A8-7FDD-491A-AD49-BBC97FBE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BBDB38-530B-48C8-82FE-30A813103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F8F0DA-0131-4A6C-BFDA-3AE87319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262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3815AE-C21E-4995-BD90-E4D87CBA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C0FA1D-FFB9-4DEA-9A96-CDDB624C8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E06411-6A4D-4145-964B-A5D931E204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9AE66-9088-4E10-ABAD-097D5FCA9066}" type="datetimeFigureOut">
              <a:rPr lang="fr-FR" smtClean="0"/>
              <a:t>19/12/2019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1584B1-B199-4E2C-A539-598171CCE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058661-F51B-4DD2-92D0-2961A53ED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5BB7D-1E4D-4F38-A949-8143387AC5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Connecteur droit 116">
            <a:extLst>
              <a:ext uri="{FF2B5EF4-FFF2-40B4-BE49-F238E27FC236}">
                <a16:creationId xmlns:a16="http://schemas.microsoft.com/office/drawing/2014/main" id="{BA09992E-4F28-484E-BD96-6779D5325EAD}"/>
              </a:ext>
            </a:extLst>
          </p:cNvPr>
          <p:cNvCxnSpPr>
            <a:cxnSpLocks/>
          </p:cNvCxnSpPr>
          <p:nvPr/>
        </p:nvCxnSpPr>
        <p:spPr>
          <a:xfrm>
            <a:off x="603336" y="4959209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A4AECA24-E36F-45E6-8770-2112EF806541}"/>
              </a:ext>
            </a:extLst>
          </p:cNvPr>
          <p:cNvCxnSpPr>
            <a:cxnSpLocks/>
          </p:cNvCxnSpPr>
          <p:nvPr/>
        </p:nvCxnSpPr>
        <p:spPr>
          <a:xfrm flipH="1">
            <a:off x="1644449" y="5345698"/>
            <a:ext cx="1535804" cy="15726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39A27E65-F149-4B36-8192-0982D46615D1}"/>
              </a:ext>
            </a:extLst>
          </p:cNvPr>
          <p:cNvCxnSpPr>
            <a:cxnSpLocks/>
          </p:cNvCxnSpPr>
          <p:nvPr/>
        </p:nvCxnSpPr>
        <p:spPr>
          <a:xfrm>
            <a:off x="603335" y="4959209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>
            <a:extLst>
              <a:ext uri="{FF2B5EF4-FFF2-40B4-BE49-F238E27FC236}">
                <a16:creationId xmlns:a16="http://schemas.microsoft.com/office/drawing/2014/main" id="{84603558-0027-4630-B60B-474C499C9198}"/>
              </a:ext>
            </a:extLst>
          </p:cNvPr>
          <p:cNvCxnSpPr>
            <a:cxnSpLocks/>
          </p:cNvCxnSpPr>
          <p:nvPr/>
        </p:nvCxnSpPr>
        <p:spPr>
          <a:xfrm>
            <a:off x="603336" y="5002975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>
            <a:extLst>
              <a:ext uri="{FF2B5EF4-FFF2-40B4-BE49-F238E27FC236}">
                <a16:creationId xmlns:a16="http://schemas.microsoft.com/office/drawing/2014/main" id="{216BCA4F-E00E-4F9A-B5C5-52D10A06B40D}"/>
              </a:ext>
            </a:extLst>
          </p:cNvPr>
          <p:cNvCxnSpPr>
            <a:cxnSpLocks/>
          </p:cNvCxnSpPr>
          <p:nvPr/>
        </p:nvCxnSpPr>
        <p:spPr>
          <a:xfrm>
            <a:off x="3180253" y="5347932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>
            <a:extLst>
              <a:ext uri="{FF2B5EF4-FFF2-40B4-BE49-F238E27FC236}">
                <a16:creationId xmlns:a16="http://schemas.microsoft.com/office/drawing/2014/main" id="{2EB26E75-FCF0-4C8F-A237-4D7A235D44E7}"/>
              </a:ext>
            </a:extLst>
          </p:cNvPr>
          <p:cNvCxnSpPr>
            <a:cxnSpLocks/>
          </p:cNvCxnSpPr>
          <p:nvPr/>
        </p:nvCxnSpPr>
        <p:spPr>
          <a:xfrm flipH="1">
            <a:off x="1644449" y="5391698"/>
            <a:ext cx="1535804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CFFB9053-8974-4A4D-97D3-91CC14D8FFBC}"/>
              </a:ext>
            </a:extLst>
          </p:cNvPr>
          <p:cNvCxnSpPr>
            <a:cxnSpLocks/>
          </p:cNvCxnSpPr>
          <p:nvPr/>
        </p:nvCxnSpPr>
        <p:spPr>
          <a:xfrm>
            <a:off x="1642695" y="5502960"/>
            <a:ext cx="1754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Image 123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4150D866-519F-4E32-9C75-DCB62AC95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50" y="5909526"/>
            <a:ext cx="214699" cy="214699"/>
          </a:xfrm>
          <a:prstGeom prst="rect">
            <a:avLst/>
          </a:prstGeom>
        </p:spPr>
      </p:pic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980E690A-7B7D-4674-988C-39B3CC04797A}"/>
              </a:ext>
            </a:extLst>
          </p:cNvPr>
          <p:cNvCxnSpPr>
            <a:cxnSpLocks/>
          </p:cNvCxnSpPr>
          <p:nvPr/>
        </p:nvCxnSpPr>
        <p:spPr>
          <a:xfrm>
            <a:off x="753550" y="5076056"/>
            <a:ext cx="0" cy="867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4BD38E00-54EA-4173-AC3E-E4C32FEB8B90}"/>
              </a:ext>
            </a:extLst>
          </p:cNvPr>
          <p:cNvCxnSpPr>
            <a:cxnSpLocks/>
          </p:cNvCxnSpPr>
          <p:nvPr/>
        </p:nvCxnSpPr>
        <p:spPr>
          <a:xfrm>
            <a:off x="787669" y="5099004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EC73C98F-E31E-4424-8AA8-EC272E4A2541}"/>
              </a:ext>
            </a:extLst>
          </p:cNvPr>
          <p:cNvCxnSpPr>
            <a:cxnSpLocks/>
          </p:cNvCxnSpPr>
          <p:nvPr/>
        </p:nvCxnSpPr>
        <p:spPr>
          <a:xfrm>
            <a:off x="807839" y="5116665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>
            <a:extLst>
              <a:ext uri="{FF2B5EF4-FFF2-40B4-BE49-F238E27FC236}">
                <a16:creationId xmlns:a16="http://schemas.microsoft.com/office/drawing/2014/main" id="{2B7D238B-D87D-4C6D-9E39-15F6A5103B7E}"/>
              </a:ext>
            </a:extLst>
          </p:cNvPr>
          <p:cNvCxnSpPr>
            <a:cxnSpLocks/>
          </p:cNvCxnSpPr>
          <p:nvPr/>
        </p:nvCxnSpPr>
        <p:spPr>
          <a:xfrm flipV="1">
            <a:off x="787669" y="5920404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128">
            <a:extLst>
              <a:ext uri="{FF2B5EF4-FFF2-40B4-BE49-F238E27FC236}">
                <a16:creationId xmlns:a16="http://schemas.microsoft.com/office/drawing/2014/main" id="{B6BACCD2-AE46-4E4E-915F-E67EF127D420}"/>
              </a:ext>
            </a:extLst>
          </p:cNvPr>
          <p:cNvCxnSpPr>
            <a:cxnSpLocks/>
          </p:cNvCxnSpPr>
          <p:nvPr/>
        </p:nvCxnSpPr>
        <p:spPr>
          <a:xfrm>
            <a:off x="747900" y="5939513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" name="Image 129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FE8FD2E8-1940-4AD7-AD76-60D49F921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209" y="6333595"/>
            <a:ext cx="214699" cy="214699"/>
          </a:xfrm>
          <a:prstGeom prst="rect">
            <a:avLst/>
          </a:prstGeom>
        </p:spPr>
      </p:pic>
      <p:cxnSp>
        <p:nvCxnSpPr>
          <p:cNvPr id="131" name="Connecteur droit 130">
            <a:extLst>
              <a:ext uri="{FF2B5EF4-FFF2-40B4-BE49-F238E27FC236}">
                <a16:creationId xmlns:a16="http://schemas.microsoft.com/office/drawing/2014/main" id="{8A83D9E1-46D9-416C-98A3-56935F8C973F}"/>
              </a:ext>
            </a:extLst>
          </p:cNvPr>
          <p:cNvCxnSpPr>
            <a:cxnSpLocks/>
          </p:cNvCxnSpPr>
          <p:nvPr/>
        </p:nvCxnSpPr>
        <p:spPr>
          <a:xfrm>
            <a:off x="3013436" y="5414944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6AAFB44C-7164-4493-A0B8-9CA54EA2EBB9}"/>
              </a:ext>
            </a:extLst>
          </p:cNvPr>
          <p:cNvCxnSpPr>
            <a:cxnSpLocks/>
          </p:cNvCxnSpPr>
          <p:nvPr/>
        </p:nvCxnSpPr>
        <p:spPr>
          <a:xfrm>
            <a:off x="2977813" y="5414943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>
            <a:extLst>
              <a:ext uri="{FF2B5EF4-FFF2-40B4-BE49-F238E27FC236}">
                <a16:creationId xmlns:a16="http://schemas.microsoft.com/office/drawing/2014/main" id="{251151CF-8875-4C4E-B0F6-57F04DA8F6B9}"/>
              </a:ext>
            </a:extLst>
          </p:cNvPr>
          <p:cNvCxnSpPr>
            <a:cxnSpLocks/>
          </p:cNvCxnSpPr>
          <p:nvPr/>
        </p:nvCxnSpPr>
        <p:spPr>
          <a:xfrm>
            <a:off x="3035148" y="5414943"/>
            <a:ext cx="0" cy="83309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133">
            <a:extLst>
              <a:ext uri="{FF2B5EF4-FFF2-40B4-BE49-F238E27FC236}">
                <a16:creationId xmlns:a16="http://schemas.microsoft.com/office/drawing/2014/main" id="{A11A0240-99AB-4ED3-98AE-658A08E0ECC1}"/>
              </a:ext>
            </a:extLst>
          </p:cNvPr>
          <p:cNvCxnSpPr>
            <a:cxnSpLocks/>
          </p:cNvCxnSpPr>
          <p:nvPr/>
        </p:nvCxnSpPr>
        <p:spPr>
          <a:xfrm flipV="1">
            <a:off x="3009038" y="6242785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134">
            <a:extLst>
              <a:ext uri="{FF2B5EF4-FFF2-40B4-BE49-F238E27FC236}">
                <a16:creationId xmlns:a16="http://schemas.microsoft.com/office/drawing/2014/main" id="{8BFEA481-D542-4114-AB8A-9870651A72D9}"/>
              </a:ext>
            </a:extLst>
          </p:cNvPr>
          <p:cNvCxnSpPr>
            <a:cxnSpLocks/>
          </p:cNvCxnSpPr>
          <p:nvPr/>
        </p:nvCxnSpPr>
        <p:spPr>
          <a:xfrm>
            <a:off x="2973667" y="6259734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5F7676F0-BDF0-4305-A91D-7DC29F954985}"/>
              </a:ext>
            </a:extLst>
          </p:cNvPr>
          <p:cNvCxnSpPr>
            <a:cxnSpLocks/>
          </p:cNvCxnSpPr>
          <p:nvPr/>
        </p:nvCxnSpPr>
        <p:spPr>
          <a:xfrm>
            <a:off x="1701784" y="5546726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81CCAD22-9D77-4D48-AF3E-55F0CB5E25E6}"/>
              </a:ext>
            </a:extLst>
          </p:cNvPr>
          <p:cNvCxnSpPr>
            <a:cxnSpLocks/>
          </p:cNvCxnSpPr>
          <p:nvPr/>
        </p:nvCxnSpPr>
        <p:spPr>
          <a:xfrm>
            <a:off x="1670559" y="5546726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C9FFDBB0-548A-4686-9522-CF338215B058}"/>
              </a:ext>
            </a:extLst>
          </p:cNvPr>
          <p:cNvCxnSpPr>
            <a:cxnSpLocks/>
          </p:cNvCxnSpPr>
          <p:nvPr/>
        </p:nvCxnSpPr>
        <p:spPr>
          <a:xfrm>
            <a:off x="1722239" y="5546726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8802699C-2C45-4C14-958C-FCE964AA3165}"/>
              </a:ext>
            </a:extLst>
          </p:cNvPr>
          <p:cNvCxnSpPr>
            <a:cxnSpLocks/>
          </p:cNvCxnSpPr>
          <p:nvPr/>
        </p:nvCxnSpPr>
        <p:spPr>
          <a:xfrm>
            <a:off x="1670559" y="6363453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7B4747C3-F928-4D28-A53F-99041E6CD0BC}"/>
              </a:ext>
            </a:extLst>
          </p:cNvPr>
          <p:cNvCxnSpPr>
            <a:cxnSpLocks/>
          </p:cNvCxnSpPr>
          <p:nvPr/>
        </p:nvCxnSpPr>
        <p:spPr>
          <a:xfrm flipV="1">
            <a:off x="1699498" y="6348460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5DCF1058-F8D7-4D35-84BA-0BFD0AE1B412}"/>
              </a:ext>
            </a:extLst>
          </p:cNvPr>
          <p:cNvCxnSpPr>
            <a:cxnSpLocks/>
          </p:cNvCxnSpPr>
          <p:nvPr/>
        </p:nvCxnSpPr>
        <p:spPr>
          <a:xfrm>
            <a:off x="2141425" y="4804181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>
            <a:extLst>
              <a:ext uri="{FF2B5EF4-FFF2-40B4-BE49-F238E27FC236}">
                <a16:creationId xmlns:a16="http://schemas.microsoft.com/office/drawing/2014/main" id="{98047360-E9CD-4CEB-99D7-E96C42571818}"/>
              </a:ext>
            </a:extLst>
          </p:cNvPr>
          <p:cNvCxnSpPr>
            <a:cxnSpLocks/>
          </p:cNvCxnSpPr>
          <p:nvPr/>
        </p:nvCxnSpPr>
        <p:spPr>
          <a:xfrm>
            <a:off x="2110200" y="4804181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>
            <a:extLst>
              <a:ext uri="{FF2B5EF4-FFF2-40B4-BE49-F238E27FC236}">
                <a16:creationId xmlns:a16="http://schemas.microsoft.com/office/drawing/2014/main" id="{0C49F2B0-6CEE-41B3-B607-7953F8539976}"/>
              </a:ext>
            </a:extLst>
          </p:cNvPr>
          <p:cNvCxnSpPr>
            <a:cxnSpLocks/>
          </p:cNvCxnSpPr>
          <p:nvPr/>
        </p:nvCxnSpPr>
        <p:spPr>
          <a:xfrm>
            <a:off x="2161880" y="4804181"/>
            <a:ext cx="0" cy="80373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>
            <a:extLst>
              <a:ext uri="{FF2B5EF4-FFF2-40B4-BE49-F238E27FC236}">
                <a16:creationId xmlns:a16="http://schemas.microsoft.com/office/drawing/2014/main" id="{FCFC6300-9FB4-4713-A14D-C42988A93BA2}"/>
              </a:ext>
            </a:extLst>
          </p:cNvPr>
          <p:cNvCxnSpPr>
            <a:cxnSpLocks/>
          </p:cNvCxnSpPr>
          <p:nvPr/>
        </p:nvCxnSpPr>
        <p:spPr>
          <a:xfrm>
            <a:off x="2139139" y="4804181"/>
            <a:ext cx="1041114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eur droit 144">
            <a:extLst>
              <a:ext uri="{FF2B5EF4-FFF2-40B4-BE49-F238E27FC236}">
                <a16:creationId xmlns:a16="http://schemas.microsoft.com/office/drawing/2014/main" id="{595115BC-B539-4D3A-968E-EF6702F22077}"/>
              </a:ext>
            </a:extLst>
          </p:cNvPr>
          <p:cNvCxnSpPr>
            <a:cxnSpLocks/>
          </p:cNvCxnSpPr>
          <p:nvPr/>
        </p:nvCxnSpPr>
        <p:spPr>
          <a:xfrm flipH="1">
            <a:off x="603337" y="4804181"/>
            <a:ext cx="1535802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Image 145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6F6EDC24-B418-4FDB-9486-810E73233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17" y="6226245"/>
            <a:ext cx="214699" cy="214699"/>
          </a:xfrm>
          <a:prstGeom prst="rect">
            <a:avLst/>
          </a:prstGeom>
        </p:spPr>
      </p:pic>
      <p:pic>
        <p:nvPicPr>
          <p:cNvPr id="147" name="Image 146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5FA36DC1-DAC2-47FE-B88D-348F5E939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850" y="5574346"/>
            <a:ext cx="214699" cy="214699"/>
          </a:xfrm>
          <a:prstGeom prst="rect">
            <a:avLst/>
          </a:prstGeom>
        </p:spPr>
      </p:pic>
      <p:cxnSp>
        <p:nvCxnSpPr>
          <p:cNvPr id="148" name="Connecteur droit 147">
            <a:extLst>
              <a:ext uri="{FF2B5EF4-FFF2-40B4-BE49-F238E27FC236}">
                <a16:creationId xmlns:a16="http://schemas.microsoft.com/office/drawing/2014/main" id="{7E0EABDB-93F1-4092-953B-A9C6A15D4A13}"/>
              </a:ext>
            </a:extLst>
          </p:cNvPr>
          <p:cNvCxnSpPr>
            <a:cxnSpLocks/>
          </p:cNvCxnSpPr>
          <p:nvPr/>
        </p:nvCxnSpPr>
        <p:spPr>
          <a:xfrm>
            <a:off x="2110901" y="5616132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>
            <a:extLst>
              <a:ext uri="{FF2B5EF4-FFF2-40B4-BE49-F238E27FC236}">
                <a16:creationId xmlns:a16="http://schemas.microsoft.com/office/drawing/2014/main" id="{95456BB4-7B06-4C8F-90BE-C3BAF808D052}"/>
              </a:ext>
            </a:extLst>
          </p:cNvPr>
          <p:cNvCxnSpPr>
            <a:cxnSpLocks/>
          </p:cNvCxnSpPr>
          <p:nvPr/>
        </p:nvCxnSpPr>
        <p:spPr>
          <a:xfrm flipV="1">
            <a:off x="2139840" y="5601139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149">
            <a:extLst>
              <a:ext uri="{FF2B5EF4-FFF2-40B4-BE49-F238E27FC236}">
                <a16:creationId xmlns:a16="http://schemas.microsoft.com/office/drawing/2014/main" id="{DEF7E89B-52BE-443B-A44C-FE663624D494}"/>
              </a:ext>
            </a:extLst>
          </p:cNvPr>
          <p:cNvCxnSpPr>
            <a:cxnSpLocks/>
          </p:cNvCxnSpPr>
          <p:nvPr/>
        </p:nvCxnSpPr>
        <p:spPr>
          <a:xfrm>
            <a:off x="2110901" y="5495018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150">
            <a:extLst>
              <a:ext uri="{FF2B5EF4-FFF2-40B4-BE49-F238E27FC236}">
                <a16:creationId xmlns:a16="http://schemas.microsoft.com/office/drawing/2014/main" id="{5E5C16CF-BEFB-4394-8899-E0721FB7173E}"/>
              </a:ext>
            </a:extLst>
          </p:cNvPr>
          <p:cNvCxnSpPr>
            <a:cxnSpLocks/>
          </p:cNvCxnSpPr>
          <p:nvPr/>
        </p:nvCxnSpPr>
        <p:spPr>
          <a:xfrm>
            <a:off x="2162581" y="5495018"/>
            <a:ext cx="0" cy="12111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151">
            <a:extLst>
              <a:ext uri="{FF2B5EF4-FFF2-40B4-BE49-F238E27FC236}">
                <a16:creationId xmlns:a16="http://schemas.microsoft.com/office/drawing/2014/main" id="{CF512B28-46AF-4AEC-AC14-85BE1018542F}"/>
              </a:ext>
            </a:extLst>
          </p:cNvPr>
          <p:cNvCxnSpPr>
            <a:cxnSpLocks/>
          </p:cNvCxnSpPr>
          <p:nvPr/>
        </p:nvCxnSpPr>
        <p:spPr>
          <a:xfrm>
            <a:off x="2143560" y="5495018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152">
            <a:extLst>
              <a:ext uri="{FF2B5EF4-FFF2-40B4-BE49-F238E27FC236}">
                <a16:creationId xmlns:a16="http://schemas.microsoft.com/office/drawing/2014/main" id="{03ED5349-87D3-4E7E-8727-0139AC1CD4AF}"/>
              </a:ext>
            </a:extLst>
          </p:cNvPr>
          <p:cNvCxnSpPr>
            <a:cxnSpLocks/>
          </p:cNvCxnSpPr>
          <p:nvPr/>
        </p:nvCxnSpPr>
        <p:spPr>
          <a:xfrm flipH="1">
            <a:off x="1631149" y="1866457"/>
            <a:ext cx="2629455" cy="36250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eur droit 153">
            <a:extLst>
              <a:ext uri="{FF2B5EF4-FFF2-40B4-BE49-F238E27FC236}">
                <a16:creationId xmlns:a16="http://schemas.microsoft.com/office/drawing/2014/main" id="{FF01CB79-1C2A-4A75-B514-0F058F199847}"/>
              </a:ext>
            </a:extLst>
          </p:cNvPr>
          <p:cNvCxnSpPr>
            <a:cxnSpLocks/>
          </p:cNvCxnSpPr>
          <p:nvPr/>
        </p:nvCxnSpPr>
        <p:spPr>
          <a:xfrm>
            <a:off x="300852" y="480942"/>
            <a:ext cx="1330297" cy="17386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14FA8497-B757-4812-8E67-0694CEABCE38}"/>
              </a:ext>
            </a:extLst>
          </p:cNvPr>
          <p:cNvCxnSpPr>
            <a:cxnSpLocks/>
          </p:cNvCxnSpPr>
          <p:nvPr/>
        </p:nvCxnSpPr>
        <p:spPr>
          <a:xfrm>
            <a:off x="2938542" y="124995"/>
            <a:ext cx="1322062" cy="174146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930C9C6E-955E-4129-816F-D61FE950E3A3}"/>
              </a:ext>
            </a:extLst>
          </p:cNvPr>
          <p:cNvCxnSpPr>
            <a:cxnSpLocks/>
          </p:cNvCxnSpPr>
          <p:nvPr/>
        </p:nvCxnSpPr>
        <p:spPr>
          <a:xfrm>
            <a:off x="4260604" y="1866457"/>
            <a:ext cx="0" cy="11302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99027D42-FC71-4C26-B16A-6E8A383DAA15}"/>
              </a:ext>
            </a:extLst>
          </p:cNvPr>
          <p:cNvCxnSpPr>
            <a:cxnSpLocks/>
          </p:cNvCxnSpPr>
          <p:nvPr/>
        </p:nvCxnSpPr>
        <p:spPr>
          <a:xfrm flipH="1">
            <a:off x="1637839" y="1979658"/>
            <a:ext cx="2629455" cy="36820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4BD3022D-7308-40EF-AF18-3773FF9CA13C}"/>
              </a:ext>
            </a:extLst>
          </p:cNvPr>
          <p:cNvCxnSpPr>
            <a:cxnSpLocks/>
          </p:cNvCxnSpPr>
          <p:nvPr/>
        </p:nvCxnSpPr>
        <p:spPr>
          <a:xfrm>
            <a:off x="307541" y="593971"/>
            <a:ext cx="1336989" cy="174801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158">
            <a:extLst>
              <a:ext uri="{FF2B5EF4-FFF2-40B4-BE49-F238E27FC236}">
                <a16:creationId xmlns:a16="http://schemas.microsoft.com/office/drawing/2014/main" id="{360840F5-85B8-428C-8A64-519AFCA7B1D5}"/>
              </a:ext>
            </a:extLst>
          </p:cNvPr>
          <p:cNvCxnSpPr>
            <a:cxnSpLocks/>
          </p:cNvCxnSpPr>
          <p:nvPr/>
        </p:nvCxnSpPr>
        <p:spPr>
          <a:xfrm>
            <a:off x="1618756" y="2339174"/>
            <a:ext cx="0" cy="9907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 droit 159">
            <a:extLst>
              <a:ext uri="{FF2B5EF4-FFF2-40B4-BE49-F238E27FC236}">
                <a16:creationId xmlns:a16="http://schemas.microsoft.com/office/drawing/2014/main" id="{E5CC6B94-59B0-4E86-A3C8-0611D34D317E}"/>
              </a:ext>
            </a:extLst>
          </p:cNvPr>
          <p:cNvCxnSpPr>
            <a:cxnSpLocks/>
          </p:cNvCxnSpPr>
          <p:nvPr/>
        </p:nvCxnSpPr>
        <p:spPr>
          <a:xfrm>
            <a:off x="1671919" y="2339173"/>
            <a:ext cx="0" cy="9907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160">
            <a:extLst>
              <a:ext uri="{FF2B5EF4-FFF2-40B4-BE49-F238E27FC236}">
                <a16:creationId xmlns:a16="http://schemas.microsoft.com/office/drawing/2014/main" id="{EABB78C5-059B-4103-9A5D-326CA623473E}"/>
              </a:ext>
            </a:extLst>
          </p:cNvPr>
          <p:cNvCxnSpPr>
            <a:cxnSpLocks/>
          </p:cNvCxnSpPr>
          <p:nvPr/>
        </p:nvCxnSpPr>
        <p:spPr>
          <a:xfrm>
            <a:off x="4251252" y="1978287"/>
            <a:ext cx="0" cy="9907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161">
            <a:extLst>
              <a:ext uri="{FF2B5EF4-FFF2-40B4-BE49-F238E27FC236}">
                <a16:creationId xmlns:a16="http://schemas.microsoft.com/office/drawing/2014/main" id="{6DB83359-75B0-41CE-A1E7-EF9D1157981E}"/>
              </a:ext>
            </a:extLst>
          </p:cNvPr>
          <p:cNvCxnSpPr>
            <a:cxnSpLocks/>
          </p:cNvCxnSpPr>
          <p:nvPr/>
        </p:nvCxnSpPr>
        <p:spPr>
          <a:xfrm>
            <a:off x="4191001" y="1987633"/>
            <a:ext cx="0" cy="9907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435E47D0-3B92-4ABD-BCDA-573749885782}"/>
              </a:ext>
            </a:extLst>
          </p:cNvPr>
          <p:cNvCxnSpPr>
            <a:cxnSpLocks/>
          </p:cNvCxnSpPr>
          <p:nvPr/>
        </p:nvCxnSpPr>
        <p:spPr>
          <a:xfrm>
            <a:off x="307537" y="593971"/>
            <a:ext cx="2" cy="9096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32133E83-DC5C-4FBF-B04C-9C132861F9F3}"/>
              </a:ext>
            </a:extLst>
          </p:cNvPr>
          <p:cNvCxnSpPr>
            <a:cxnSpLocks/>
          </p:cNvCxnSpPr>
          <p:nvPr/>
        </p:nvCxnSpPr>
        <p:spPr>
          <a:xfrm>
            <a:off x="354014" y="643358"/>
            <a:ext cx="0" cy="86028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Arc plein 164">
            <a:extLst>
              <a:ext uri="{FF2B5EF4-FFF2-40B4-BE49-F238E27FC236}">
                <a16:creationId xmlns:a16="http://schemas.microsoft.com/office/drawing/2014/main" id="{15C0C7F9-D93D-433C-A91A-06B7B6367347}"/>
              </a:ext>
            </a:extLst>
          </p:cNvPr>
          <p:cNvSpPr/>
          <p:nvPr/>
        </p:nvSpPr>
        <p:spPr>
          <a:xfrm>
            <a:off x="4026566" y="2965679"/>
            <a:ext cx="328867" cy="162169"/>
          </a:xfrm>
          <a:prstGeom prst="blockArc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F480D479-72B1-43CC-920C-AA6F54AF13A5}"/>
              </a:ext>
            </a:extLst>
          </p:cNvPr>
          <p:cNvSpPr/>
          <p:nvPr/>
        </p:nvSpPr>
        <p:spPr>
          <a:xfrm>
            <a:off x="4091520" y="3046763"/>
            <a:ext cx="198957" cy="198967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042ABBAE-6187-4E92-877F-AB79F9B41C91}"/>
              </a:ext>
            </a:extLst>
          </p:cNvPr>
          <p:cNvSpPr/>
          <p:nvPr/>
        </p:nvSpPr>
        <p:spPr>
          <a:xfrm>
            <a:off x="1531670" y="3392614"/>
            <a:ext cx="198957" cy="198967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8" name="Arc plein 167">
            <a:extLst>
              <a:ext uri="{FF2B5EF4-FFF2-40B4-BE49-F238E27FC236}">
                <a16:creationId xmlns:a16="http://schemas.microsoft.com/office/drawing/2014/main" id="{FCE85F04-A0F3-4BCE-B5FE-AC3EA6003D24}"/>
              </a:ext>
            </a:extLst>
          </p:cNvPr>
          <p:cNvSpPr/>
          <p:nvPr/>
        </p:nvSpPr>
        <p:spPr>
          <a:xfrm>
            <a:off x="1462186" y="3311528"/>
            <a:ext cx="328867" cy="162169"/>
          </a:xfrm>
          <a:prstGeom prst="blockArc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9" name="Arc plein 168">
            <a:extLst>
              <a:ext uri="{FF2B5EF4-FFF2-40B4-BE49-F238E27FC236}">
                <a16:creationId xmlns:a16="http://schemas.microsoft.com/office/drawing/2014/main" id="{B2500897-9A6F-4BDA-94EC-C23A9CD1B077}"/>
              </a:ext>
            </a:extLst>
          </p:cNvPr>
          <p:cNvSpPr/>
          <p:nvPr/>
        </p:nvSpPr>
        <p:spPr>
          <a:xfrm>
            <a:off x="165368" y="1510068"/>
            <a:ext cx="328867" cy="162169"/>
          </a:xfrm>
          <a:prstGeom prst="blockArc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83C52ABB-02AC-421D-A84A-BDA929E3B0EE}"/>
              </a:ext>
            </a:extLst>
          </p:cNvPr>
          <p:cNvSpPr/>
          <p:nvPr/>
        </p:nvSpPr>
        <p:spPr>
          <a:xfrm>
            <a:off x="230322" y="1625273"/>
            <a:ext cx="198957" cy="198967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1" name="Connecteur droit 170">
            <a:extLst>
              <a:ext uri="{FF2B5EF4-FFF2-40B4-BE49-F238E27FC236}">
                <a16:creationId xmlns:a16="http://schemas.microsoft.com/office/drawing/2014/main" id="{76CE4B4F-274C-4CFA-9DA6-AD6406B0B55E}"/>
              </a:ext>
            </a:extLst>
          </p:cNvPr>
          <p:cNvCxnSpPr>
            <a:cxnSpLocks/>
          </p:cNvCxnSpPr>
          <p:nvPr/>
        </p:nvCxnSpPr>
        <p:spPr>
          <a:xfrm>
            <a:off x="2949273" y="136971"/>
            <a:ext cx="0" cy="9907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eur droit 171">
            <a:extLst>
              <a:ext uri="{FF2B5EF4-FFF2-40B4-BE49-F238E27FC236}">
                <a16:creationId xmlns:a16="http://schemas.microsoft.com/office/drawing/2014/main" id="{9950AAE0-6004-4150-9155-7B0596C9D797}"/>
              </a:ext>
            </a:extLst>
          </p:cNvPr>
          <p:cNvCxnSpPr>
            <a:cxnSpLocks/>
          </p:cNvCxnSpPr>
          <p:nvPr/>
        </p:nvCxnSpPr>
        <p:spPr>
          <a:xfrm>
            <a:off x="2898473" y="147981"/>
            <a:ext cx="0" cy="9907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Ellipse 172">
            <a:extLst>
              <a:ext uri="{FF2B5EF4-FFF2-40B4-BE49-F238E27FC236}">
                <a16:creationId xmlns:a16="http://schemas.microsoft.com/office/drawing/2014/main" id="{F326E6D5-2B89-4C1C-9183-0AD2B1B212C8}"/>
              </a:ext>
            </a:extLst>
          </p:cNvPr>
          <p:cNvSpPr/>
          <p:nvPr/>
        </p:nvSpPr>
        <p:spPr>
          <a:xfrm>
            <a:off x="2824395" y="1190412"/>
            <a:ext cx="198957" cy="198967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4" name="Arc plein 173">
            <a:extLst>
              <a:ext uri="{FF2B5EF4-FFF2-40B4-BE49-F238E27FC236}">
                <a16:creationId xmlns:a16="http://schemas.microsoft.com/office/drawing/2014/main" id="{2460A078-50A8-4213-9E30-36811E1420B5}"/>
              </a:ext>
            </a:extLst>
          </p:cNvPr>
          <p:cNvSpPr/>
          <p:nvPr/>
        </p:nvSpPr>
        <p:spPr>
          <a:xfrm>
            <a:off x="2758024" y="1095892"/>
            <a:ext cx="328867" cy="162169"/>
          </a:xfrm>
          <a:prstGeom prst="blockArc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75" name="Connecteur droit 174">
            <a:extLst>
              <a:ext uri="{FF2B5EF4-FFF2-40B4-BE49-F238E27FC236}">
                <a16:creationId xmlns:a16="http://schemas.microsoft.com/office/drawing/2014/main" id="{A6CB5103-27B3-4BA4-B0B1-997F1991DA36}"/>
              </a:ext>
            </a:extLst>
          </p:cNvPr>
          <p:cNvCxnSpPr>
            <a:cxnSpLocks/>
          </p:cNvCxnSpPr>
          <p:nvPr/>
        </p:nvCxnSpPr>
        <p:spPr>
          <a:xfrm flipH="1">
            <a:off x="309087" y="124995"/>
            <a:ext cx="2629455" cy="36250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175">
            <a:extLst>
              <a:ext uri="{FF2B5EF4-FFF2-40B4-BE49-F238E27FC236}">
                <a16:creationId xmlns:a16="http://schemas.microsoft.com/office/drawing/2014/main" id="{2D586F23-AAAF-4AC7-B8FE-536DE3B38F52}"/>
              </a:ext>
            </a:extLst>
          </p:cNvPr>
          <p:cNvCxnSpPr>
            <a:cxnSpLocks/>
          </p:cNvCxnSpPr>
          <p:nvPr/>
        </p:nvCxnSpPr>
        <p:spPr>
          <a:xfrm>
            <a:off x="1637839" y="2228958"/>
            <a:ext cx="0" cy="11302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176">
            <a:extLst>
              <a:ext uri="{FF2B5EF4-FFF2-40B4-BE49-F238E27FC236}">
                <a16:creationId xmlns:a16="http://schemas.microsoft.com/office/drawing/2014/main" id="{6C6F6A5A-4A9F-47C3-A505-A2B03FDBE07C}"/>
              </a:ext>
            </a:extLst>
          </p:cNvPr>
          <p:cNvCxnSpPr>
            <a:cxnSpLocks/>
          </p:cNvCxnSpPr>
          <p:nvPr/>
        </p:nvCxnSpPr>
        <p:spPr>
          <a:xfrm>
            <a:off x="300849" y="480942"/>
            <a:ext cx="0" cy="11302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eur droit 177">
            <a:extLst>
              <a:ext uri="{FF2B5EF4-FFF2-40B4-BE49-F238E27FC236}">
                <a16:creationId xmlns:a16="http://schemas.microsoft.com/office/drawing/2014/main" id="{7E859ACE-3B68-4B3A-9A83-FB41209A54D1}"/>
              </a:ext>
            </a:extLst>
          </p:cNvPr>
          <p:cNvCxnSpPr>
            <a:cxnSpLocks/>
          </p:cNvCxnSpPr>
          <p:nvPr/>
        </p:nvCxnSpPr>
        <p:spPr>
          <a:xfrm>
            <a:off x="3282301" y="5040850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eur droit 178">
            <a:extLst>
              <a:ext uri="{FF2B5EF4-FFF2-40B4-BE49-F238E27FC236}">
                <a16:creationId xmlns:a16="http://schemas.microsoft.com/office/drawing/2014/main" id="{0AF4EB11-AEAC-431C-857F-E68F9409CEFC}"/>
              </a:ext>
            </a:extLst>
          </p:cNvPr>
          <p:cNvCxnSpPr>
            <a:cxnSpLocks/>
          </p:cNvCxnSpPr>
          <p:nvPr/>
        </p:nvCxnSpPr>
        <p:spPr>
          <a:xfrm flipH="1">
            <a:off x="4323414" y="5427339"/>
            <a:ext cx="1535804" cy="15726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eur droit 179">
            <a:extLst>
              <a:ext uri="{FF2B5EF4-FFF2-40B4-BE49-F238E27FC236}">
                <a16:creationId xmlns:a16="http://schemas.microsoft.com/office/drawing/2014/main" id="{9ECDF83E-1741-4352-8676-1199A52A3A83}"/>
              </a:ext>
            </a:extLst>
          </p:cNvPr>
          <p:cNvCxnSpPr>
            <a:cxnSpLocks/>
          </p:cNvCxnSpPr>
          <p:nvPr/>
        </p:nvCxnSpPr>
        <p:spPr>
          <a:xfrm>
            <a:off x="3282300" y="5040850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eur droit 180">
            <a:extLst>
              <a:ext uri="{FF2B5EF4-FFF2-40B4-BE49-F238E27FC236}">
                <a16:creationId xmlns:a16="http://schemas.microsoft.com/office/drawing/2014/main" id="{2E888E8C-58B1-4218-B32C-DBC29F434858}"/>
              </a:ext>
            </a:extLst>
          </p:cNvPr>
          <p:cNvCxnSpPr>
            <a:cxnSpLocks/>
          </p:cNvCxnSpPr>
          <p:nvPr/>
        </p:nvCxnSpPr>
        <p:spPr>
          <a:xfrm>
            <a:off x="3282301" y="5084616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181">
            <a:extLst>
              <a:ext uri="{FF2B5EF4-FFF2-40B4-BE49-F238E27FC236}">
                <a16:creationId xmlns:a16="http://schemas.microsoft.com/office/drawing/2014/main" id="{0FBF8E29-D313-47D6-B1EC-81437CFC5EA9}"/>
              </a:ext>
            </a:extLst>
          </p:cNvPr>
          <p:cNvCxnSpPr>
            <a:cxnSpLocks/>
          </p:cNvCxnSpPr>
          <p:nvPr/>
        </p:nvCxnSpPr>
        <p:spPr>
          <a:xfrm>
            <a:off x="5859218" y="5429573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eur droit 182">
            <a:extLst>
              <a:ext uri="{FF2B5EF4-FFF2-40B4-BE49-F238E27FC236}">
                <a16:creationId xmlns:a16="http://schemas.microsoft.com/office/drawing/2014/main" id="{F8D3376F-BE64-4CBD-BE09-9D5CFEDC6429}"/>
              </a:ext>
            </a:extLst>
          </p:cNvPr>
          <p:cNvCxnSpPr>
            <a:cxnSpLocks/>
          </p:cNvCxnSpPr>
          <p:nvPr/>
        </p:nvCxnSpPr>
        <p:spPr>
          <a:xfrm flipH="1">
            <a:off x="4323414" y="5473339"/>
            <a:ext cx="1535804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eur droit 183">
            <a:extLst>
              <a:ext uri="{FF2B5EF4-FFF2-40B4-BE49-F238E27FC236}">
                <a16:creationId xmlns:a16="http://schemas.microsoft.com/office/drawing/2014/main" id="{D5DEA57D-6564-45CA-AF53-3CA6C721134D}"/>
              </a:ext>
            </a:extLst>
          </p:cNvPr>
          <p:cNvCxnSpPr>
            <a:cxnSpLocks/>
          </p:cNvCxnSpPr>
          <p:nvPr/>
        </p:nvCxnSpPr>
        <p:spPr>
          <a:xfrm>
            <a:off x="4321660" y="5584601"/>
            <a:ext cx="1754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5" name="Image 184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A41312BF-AFAA-4BD0-B3B8-B1CF33486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515" y="5991167"/>
            <a:ext cx="214699" cy="214699"/>
          </a:xfrm>
          <a:prstGeom prst="rect">
            <a:avLst/>
          </a:prstGeom>
        </p:spPr>
      </p:pic>
      <p:cxnSp>
        <p:nvCxnSpPr>
          <p:cNvPr id="186" name="Connecteur droit 185">
            <a:extLst>
              <a:ext uri="{FF2B5EF4-FFF2-40B4-BE49-F238E27FC236}">
                <a16:creationId xmlns:a16="http://schemas.microsoft.com/office/drawing/2014/main" id="{DFDA4ACC-4E54-4F70-B138-E30D61CBBB2D}"/>
              </a:ext>
            </a:extLst>
          </p:cNvPr>
          <p:cNvCxnSpPr>
            <a:cxnSpLocks/>
          </p:cNvCxnSpPr>
          <p:nvPr/>
        </p:nvCxnSpPr>
        <p:spPr>
          <a:xfrm>
            <a:off x="3432515" y="5157697"/>
            <a:ext cx="0" cy="867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eur droit 186">
            <a:extLst>
              <a:ext uri="{FF2B5EF4-FFF2-40B4-BE49-F238E27FC236}">
                <a16:creationId xmlns:a16="http://schemas.microsoft.com/office/drawing/2014/main" id="{E6F4DF50-590E-4CB0-BDEE-A3F2A7244B2C}"/>
              </a:ext>
            </a:extLst>
          </p:cNvPr>
          <p:cNvCxnSpPr>
            <a:cxnSpLocks/>
          </p:cNvCxnSpPr>
          <p:nvPr/>
        </p:nvCxnSpPr>
        <p:spPr>
          <a:xfrm>
            <a:off x="3466634" y="5180645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eur droit 187">
            <a:extLst>
              <a:ext uri="{FF2B5EF4-FFF2-40B4-BE49-F238E27FC236}">
                <a16:creationId xmlns:a16="http://schemas.microsoft.com/office/drawing/2014/main" id="{3A6CA6DC-D99C-4973-A623-6DDBE365D06F}"/>
              </a:ext>
            </a:extLst>
          </p:cNvPr>
          <p:cNvCxnSpPr>
            <a:cxnSpLocks/>
          </p:cNvCxnSpPr>
          <p:nvPr/>
        </p:nvCxnSpPr>
        <p:spPr>
          <a:xfrm>
            <a:off x="3486804" y="5198306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eur droit 188">
            <a:extLst>
              <a:ext uri="{FF2B5EF4-FFF2-40B4-BE49-F238E27FC236}">
                <a16:creationId xmlns:a16="http://schemas.microsoft.com/office/drawing/2014/main" id="{B7CFFDA5-E0E6-4A81-8BAC-B2DED0AB2CDC}"/>
              </a:ext>
            </a:extLst>
          </p:cNvPr>
          <p:cNvCxnSpPr>
            <a:cxnSpLocks/>
          </p:cNvCxnSpPr>
          <p:nvPr/>
        </p:nvCxnSpPr>
        <p:spPr>
          <a:xfrm flipV="1">
            <a:off x="3466634" y="6002045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droit 189">
            <a:extLst>
              <a:ext uri="{FF2B5EF4-FFF2-40B4-BE49-F238E27FC236}">
                <a16:creationId xmlns:a16="http://schemas.microsoft.com/office/drawing/2014/main" id="{8AA5A2AA-8A89-4993-BE38-E028FB09027E}"/>
              </a:ext>
            </a:extLst>
          </p:cNvPr>
          <p:cNvCxnSpPr>
            <a:cxnSpLocks/>
          </p:cNvCxnSpPr>
          <p:nvPr/>
        </p:nvCxnSpPr>
        <p:spPr>
          <a:xfrm>
            <a:off x="3426865" y="6021154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1" name="Image 190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54732BF9-1107-492B-A357-61205841F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174" y="6415236"/>
            <a:ext cx="214699" cy="214699"/>
          </a:xfrm>
          <a:prstGeom prst="rect">
            <a:avLst/>
          </a:prstGeom>
        </p:spPr>
      </p:pic>
      <p:cxnSp>
        <p:nvCxnSpPr>
          <p:cNvPr id="192" name="Connecteur droit 191">
            <a:extLst>
              <a:ext uri="{FF2B5EF4-FFF2-40B4-BE49-F238E27FC236}">
                <a16:creationId xmlns:a16="http://schemas.microsoft.com/office/drawing/2014/main" id="{34FE0EC5-1C3A-4D7B-9C7C-9A7F1F729C55}"/>
              </a:ext>
            </a:extLst>
          </p:cNvPr>
          <p:cNvCxnSpPr>
            <a:cxnSpLocks/>
          </p:cNvCxnSpPr>
          <p:nvPr/>
        </p:nvCxnSpPr>
        <p:spPr>
          <a:xfrm>
            <a:off x="4380749" y="5628367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eur droit 192">
            <a:extLst>
              <a:ext uri="{FF2B5EF4-FFF2-40B4-BE49-F238E27FC236}">
                <a16:creationId xmlns:a16="http://schemas.microsoft.com/office/drawing/2014/main" id="{7395D1A5-C175-45F8-ADF7-3DC1FBDE6AEB}"/>
              </a:ext>
            </a:extLst>
          </p:cNvPr>
          <p:cNvCxnSpPr>
            <a:cxnSpLocks/>
          </p:cNvCxnSpPr>
          <p:nvPr/>
        </p:nvCxnSpPr>
        <p:spPr>
          <a:xfrm>
            <a:off x="4349524" y="5628367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193">
            <a:extLst>
              <a:ext uri="{FF2B5EF4-FFF2-40B4-BE49-F238E27FC236}">
                <a16:creationId xmlns:a16="http://schemas.microsoft.com/office/drawing/2014/main" id="{217D0B2D-50E8-4A03-990D-C113792B5D11}"/>
              </a:ext>
            </a:extLst>
          </p:cNvPr>
          <p:cNvCxnSpPr>
            <a:cxnSpLocks/>
          </p:cNvCxnSpPr>
          <p:nvPr/>
        </p:nvCxnSpPr>
        <p:spPr>
          <a:xfrm>
            <a:off x="4401204" y="5628367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eur droit 194">
            <a:extLst>
              <a:ext uri="{FF2B5EF4-FFF2-40B4-BE49-F238E27FC236}">
                <a16:creationId xmlns:a16="http://schemas.microsoft.com/office/drawing/2014/main" id="{C2400FD2-CF41-4C8D-808F-DDBD2C34A970}"/>
              </a:ext>
            </a:extLst>
          </p:cNvPr>
          <p:cNvCxnSpPr>
            <a:cxnSpLocks/>
          </p:cNvCxnSpPr>
          <p:nvPr/>
        </p:nvCxnSpPr>
        <p:spPr>
          <a:xfrm>
            <a:off x="4349524" y="6445094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195">
            <a:extLst>
              <a:ext uri="{FF2B5EF4-FFF2-40B4-BE49-F238E27FC236}">
                <a16:creationId xmlns:a16="http://schemas.microsoft.com/office/drawing/2014/main" id="{F7721ADE-6694-488B-BF2C-72CD7C64B31D}"/>
              </a:ext>
            </a:extLst>
          </p:cNvPr>
          <p:cNvCxnSpPr>
            <a:cxnSpLocks/>
          </p:cNvCxnSpPr>
          <p:nvPr/>
        </p:nvCxnSpPr>
        <p:spPr>
          <a:xfrm flipV="1">
            <a:off x="4378463" y="6430101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196">
            <a:extLst>
              <a:ext uri="{FF2B5EF4-FFF2-40B4-BE49-F238E27FC236}">
                <a16:creationId xmlns:a16="http://schemas.microsoft.com/office/drawing/2014/main" id="{479B6DA6-60F3-4C1C-B015-293A156462C1}"/>
              </a:ext>
            </a:extLst>
          </p:cNvPr>
          <p:cNvCxnSpPr>
            <a:cxnSpLocks/>
          </p:cNvCxnSpPr>
          <p:nvPr/>
        </p:nvCxnSpPr>
        <p:spPr>
          <a:xfrm>
            <a:off x="4820390" y="4885822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197">
            <a:extLst>
              <a:ext uri="{FF2B5EF4-FFF2-40B4-BE49-F238E27FC236}">
                <a16:creationId xmlns:a16="http://schemas.microsoft.com/office/drawing/2014/main" id="{CCC30F16-BD40-4234-8269-DE9DD6E768E0}"/>
              </a:ext>
            </a:extLst>
          </p:cNvPr>
          <p:cNvCxnSpPr>
            <a:cxnSpLocks/>
          </p:cNvCxnSpPr>
          <p:nvPr/>
        </p:nvCxnSpPr>
        <p:spPr>
          <a:xfrm>
            <a:off x="4789165" y="4885822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>
            <a:extLst>
              <a:ext uri="{FF2B5EF4-FFF2-40B4-BE49-F238E27FC236}">
                <a16:creationId xmlns:a16="http://schemas.microsoft.com/office/drawing/2014/main" id="{4926DF8C-7E59-4722-9563-48F2DDDC3D10}"/>
              </a:ext>
            </a:extLst>
          </p:cNvPr>
          <p:cNvCxnSpPr>
            <a:cxnSpLocks/>
          </p:cNvCxnSpPr>
          <p:nvPr/>
        </p:nvCxnSpPr>
        <p:spPr>
          <a:xfrm>
            <a:off x="4840845" y="4885822"/>
            <a:ext cx="0" cy="80373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199">
            <a:extLst>
              <a:ext uri="{FF2B5EF4-FFF2-40B4-BE49-F238E27FC236}">
                <a16:creationId xmlns:a16="http://schemas.microsoft.com/office/drawing/2014/main" id="{36459537-8CFD-45FD-9930-C38AD0F5D6A5}"/>
              </a:ext>
            </a:extLst>
          </p:cNvPr>
          <p:cNvCxnSpPr>
            <a:cxnSpLocks/>
          </p:cNvCxnSpPr>
          <p:nvPr/>
        </p:nvCxnSpPr>
        <p:spPr>
          <a:xfrm>
            <a:off x="4818104" y="4885822"/>
            <a:ext cx="1041114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eur droit 200">
            <a:extLst>
              <a:ext uri="{FF2B5EF4-FFF2-40B4-BE49-F238E27FC236}">
                <a16:creationId xmlns:a16="http://schemas.microsoft.com/office/drawing/2014/main" id="{D5917868-25EF-49E5-A5EF-27B245D2EFD0}"/>
              </a:ext>
            </a:extLst>
          </p:cNvPr>
          <p:cNvCxnSpPr>
            <a:cxnSpLocks/>
          </p:cNvCxnSpPr>
          <p:nvPr/>
        </p:nvCxnSpPr>
        <p:spPr>
          <a:xfrm flipH="1">
            <a:off x="3282302" y="4885822"/>
            <a:ext cx="1535802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2" name="Image 201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C9660DF7-BC6C-46CB-986F-D54570BD6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815" y="5655987"/>
            <a:ext cx="214699" cy="214699"/>
          </a:xfrm>
          <a:prstGeom prst="rect">
            <a:avLst/>
          </a:prstGeom>
        </p:spPr>
      </p:pic>
      <p:cxnSp>
        <p:nvCxnSpPr>
          <p:cNvPr id="203" name="Connecteur droit 202">
            <a:extLst>
              <a:ext uri="{FF2B5EF4-FFF2-40B4-BE49-F238E27FC236}">
                <a16:creationId xmlns:a16="http://schemas.microsoft.com/office/drawing/2014/main" id="{EE2FC70C-F831-429E-8CAD-775D0F591CBF}"/>
              </a:ext>
            </a:extLst>
          </p:cNvPr>
          <p:cNvCxnSpPr>
            <a:cxnSpLocks/>
          </p:cNvCxnSpPr>
          <p:nvPr/>
        </p:nvCxnSpPr>
        <p:spPr>
          <a:xfrm>
            <a:off x="4789866" y="5697773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eur droit 203">
            <a:extLst>
              <a:ext uri="{FF2B5EF4-FFF2-40B4-BE49-F238E27FC236}">
                <a16:creationId xmlns:a16="http://schemas.microsoft.com/office/drawing/2014/main" id="{CED4684E-008D-4D9F-B937-BC157D27545D}"/>
              </a:ext>
            </a:extLst>
          </p:cNvPr>
          <p:cNvCxnSpPr>
            <a:cxnSpLocks/>
          </p:cNvCxnSpPr>
          <p:nvPr/>
        </p:nvCxnSpPr>
        <p:spPr>
          <a:xfrm flipV="1">
            <a:off x="4818805" y="5682780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eur droit 204">
            <a:extLst>
              <a:ext uri="{FF2B5EF4-FFF2-40B4-BE49-F238E27FC236}">
                <a16:creationId xmlns:a16="http://schemas.microsoft.com/office/drawing/2014/main" id="{CE59EC72-85C2-42AD-BE6A-3965F90BD223}"/>
              </a:ext>
            </a:extLst>
          </p:cNvPr>
          <p:cNvCxnSpPr>
            <a:cxnSpLocks/>
          </p:cNvCxnSpPr>
          <p:nvPr/>
        </p:nvCxnSpPr>
        <p:spPr>
          <a:xfrm>
            <a:off x="4789866" y="5576659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>
            <a:extLst>
              <a:ext uri="{FF2B5EF4-FFF2-40B4-BE49-F238E27FC236}">
                <a16:creationId xmlns:a16="http://schemas.microsoft.com/office/drawing/2014/main" id="{0C0FE7D6-DDE3-471C-BEFE-E173D317DE51}"/>
              </a:ext>
            </a:extLst>
          </p:cNvPr>
          <p:cNvCxnSpPr>
            <a:cxnSpLocks/>
          </p:cNvCxnSpPr>
          <p:nvPr/>
        </p:nvCxnSpPr>
        <p:spPr>
          <a:xfrm>
            <a:off x="4841546" y="5576659"/>
            <a:ext cx="0" cy="12111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>
            <a:extLst>
              <a:ext uri="{FF2B5EF4-FFF2-40B4-BE49-F238E27FC236}">
                <a16:creationId xmlns:a16="http://schemas.microsoft.com/office/drawing/2014/main" id="{FCEAA3E8-CAAB-4CD6-BA8C-EBED6FEFDF7F}"/>
              </a:ext>
            </a:extLst>
          </p:cNvPr>
          <p:cNvCxnSpPr>
            <a:cxnSpLocks/>
          </p:cNvCxnSpPr>
          <p:nvPr/>
        </p:nvCxnSpPr>
        <p:spPr>
          <a:xfrm>
            <a:off x="4822525" y="5576659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Image 207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AE5C5920-C20F-4175-886A-25B792614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631" y="6307886"/>
            <a:ext cx="214699" cy="214699"/>
          </a:xfrm>
          <a:prstGeom prst="rect">
            <a:avLst/>
          </a:prstGeom>
        </p:spPr>
      </p:pic>
      <p:cxnSp>
        <p:nvCxnSpPr>
          <p:cNvPr id="209" name="Connecteur droit 208">
            <a:extLst>
              <a:ext uri="{FF2B5EF4-FFF2-40B4-BE49-F238E27FC236}">
                <a16:creationId xmlns:a16="http://schemas.microsoft.com/office/drawing/2014/main" id="{72B232A3-DD5B-4DCF-B6DC-BFF6AB51A860}"/>
              </a:ext>
            </a:extLst>
          </p:cNvPr>
          <p:cNvCxnSpPr>
            <a:cxnSpLocks/>
          </p:cNvCxnSpPr>
          <p:nvPr/>
        </p:nvCxnSpPr>
        <p:spPr>
          <a:xfrm>
            <a:off x="5827335" y="3595389"/>
            <a:ext cx="0" cy="181710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209">
            <a:extLst>
              <a:ext uri="{FF2B5EF4-FFF2-40B4-BE49-F238E27FC236}">
                <a16:creationId xmlns:a16="http://schemas.microsoft.com/office/drawing/2014/main" id="{7F217432-42D5-43CE-80B7-7173BA0C79E1}"/>
              </a:ext>
            </a:extLst>
          </p:cNvPr>
          <p:cNvCxnSpPr>
            <a:cxnSpLocks/>
          </p:cNvCxnSpPr>
          <p:nvPr/>
        </p:nvCxnSpPr>
        <p:spPr>
          <a:xfrm>
            <a:off x="5801495" y="3595389"/>
            <a:ext cx="0" cy="183195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>
            <a:extLst>
              <a:ext uri="{FF2B5EF4-FFF2-40B4-BE49-F238E27FC236}">
                <a16:creationId xmlns:a16="http://schemas.microsoft.com/office/drawing/2014/main" id="{C8746DFD-CFF4-45D6-8A59-1EE2FCED738F}"/>
              </a:ext>
            </a:extLst>
          </p:cNvPr>
          <p:cNvCxnSpPr>
            <a:cxnSpLocks/>
          </p:cNvCxnSpPr>
          <p:nvPr/>
        </p:nvCxnSpPr>
        <p:spPr>
          <a:xfrm>
            <a:off x="5846165" y="3595389"/>
            <a:ext cx="1" cy="183656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211">
            <a:extLst>
              <a:ext uri="{FF2B5EF4-FFF2-40B4-BE49-F238E27FC236}">
                <a16:creationId xmlns:a16="http://schemas.microsoft.com/office/drawing/2014/main" id="{33EA44E4-C42A-449B-8A78-3FBB20621834}"/>
              </a:ext>
            </a:extLst>
          </p:cNvPr>
          <p:cNvCxnSpPr>
            <a:cxnSpLocks/>
          </p:cNvCxnSpPr>
          <p:nvPr/>
        </p:nvCxnSpPr>
        <p:spPr>
          <a:xfrm flipH="1">
            <a:off x="5584076" y="3492246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>
            <a:extLst>
              <a:ext uri="{FF2B5EF4-FFF2-40B4-BE49-F238E27FC236}">
                <a16:creationId xmlns:a16="http://schemas.microsoft.com/office/drawing/2014/main" id="{0DBD298C-A2E4-499D-8764-916A971861AC}"/>
              </a:ext>
            </a:extLst>
          </p:cNvPr>
          <p:cNvCxnSpPr>
            <a:cxnSpLocks/>
          </p:cNvCxnSpPr>
          <p:nvPr/>
        </p:nvCxnSpPr>
        <p:spPr>
          <a:xfrm flipH="1">
            <a:off x="5688003" y="3557183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213">
            <a:extLst>
              <a:ext uri="{FF2B5EF4-FFF2-40B4-BE49-F238E27FC236}">
                <a16:creationId xmlns:a16="http://schemas.microsoft.com/office/drawing/2014/main" id="{DF74551B-8C50-4A55-A440-1EAC0678AD0F}"/>
              </a:ext>
            </a:extLst>
          </p:cNvPr>
          <p:cNvCxnSpPr>
            <a:cxnSpLocks/>
          </p:cNvCxnSpPr>
          <p:nvPr/>
        </p:nvCxnSpPr>
        <p:spPr>
          <a:xfrm>
            <a:off x="5584076" y="3516936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EE3C67AC-32B8-46F8-94C0-E0667E504D6A}"/>
              </a:ext>
            </a:extLst>
          </p:cNvPr>
          <p:cNvCxnSpPr>
            <a:cxnSpLocks/>
          </p:cNvCxnSpPr>
          <p:nvPr/>
        </p:nvCxnSpPr>
        <p:spPr>
          <a:xfrm>
            <a:off x="5785324" y="3492246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eur droit 215">
            <a:extLst>
              <a:ext uri="{FF2B5EF4-FFF2-40B4-BE49-F238E27FC236}">
                <a16:creationId xmlns:a16="http://schemas.microsoft.com/office/drawing/2014/main" id="{BC0BB40A-B214-41BE-93AA-5BA318E139FB}"/>
              </a:ext>
            </a:extLst>
          </p:cNvPr>
          <p:cNvCxnSpPr>
            <a:cxnSpLocks/>
          </p:cNvCxnSpPr>
          <p:nvPr/>
        </p:nvCxnSpPr>
        <p:spPr>
          <a:xfrm>
            <a:off x="5584076" y="3511678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eur droit 216">
            <a:extLst>
              <a:ext uri="{FF2B5EF4-FFF2-40B4-BE49-F238E27FC236}">
                <a16:creationId xmlns:a16="http://schemas.microsoft.com/office/drawing/2014/main" id="{AF44AB84-C84B-4649-AE77-78DCCA0FB864}"/>
              </a:ext>
            </a:extLst>
          </p:cNvPr>
          <p:cNvCxnSpPr>
            <a:cxnSpLocks/>
          </p:cNvCxnSpPr>
          <p:nvPr/>
        </p:nvCxnSpPr>
        <p:spPr>
          <a:xfrm>
            <a:off x="5688388" y="3573412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>
            <a:extLst>
              <a:ext uri="{FF2B5EF4-FFF2-40B4-BE49-F238E27FC236}">
                <a16:creationId xmlns:a16="http://schemas.microsoft.com/office/drawing/2014/main" id="{307B594B-663B-426E-8BC5-74F0FED844FE}"/>
              </a:ext>
            </a:extLst>
          </p:cNvPr>
          <p:cNvCxnSpPr>
            <a:cxnSpLocks/>
          </p:cNvCxnSpPr>
          <p:nvPr/>
        </p:nvCxnSpPr>
        <p:spPr>
          <a:xfrm>
            <a:off x="5898193" y="3556450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eur droit 218">
            <a:extLst>
              <a:ext uri="{FF2B5EF4-FFF2-40B4-BE49-F238E27FC236}">
                <a16:creationId xmlns:a16="http://schemas.microsoft.com/office/drawing/2014/main" id="{8693C050-DD6A-4F8F-86F0-BE56D049A530}"/>
              </a:ext>
            </a:extLst>
          </p:cNvPr>
          <p:cNvCxnSpPr>
            <a:cxnSpLocks/>
          </p:cNvCxnSpPr>
          <p:nvPr/>
        </p:nvCxnSpPr>
        <p:spPr>
          <a:xfrm flipH="1">
            <a:off x="5688003" y="3589665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>
            <a:extLst>
              <a:ext uri="{FF2B5EF4-FFF2-40B4-BE49-F238E27FC236}">
                <a16:creationId xmlns:a16="http://schemas.microsoft.com/office/drawing/2014/main" id="{ADCE57FB-FCB4-43A1-9B1D-701F90F3BF0E}"/>
              </a:ext>
            </a:extLst>
          </p:cNvPr>
          <p:cNvCxnSpPr>
            <a:cxnSpLocks/>
          </p:cNvCxnSpPr>
          <p:nvPr/>
        </p:nvCxnSpPr>
        <p:spPr>
          <a:xfrm>
            <a:off x="5581740" y="3550424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220">
            <a:extLst>
              <a:ext uri="{FF2B5EF4-FFF2-40B4-BE49-F238E27FC236}">
                <a16:creationId xmlns:a16="http://schemas.microsoft.com/office/drawing/2014/main" id="{C134B744-944E-4EBE-80CE-472B851AE598}"/>
              </a:ext>
            </a:extLst>
          </p:cNvPr>
          <p:cNvCxnSpPr>
            <a:cxnSpLocks/>
          </p:cNvCxnSpPr>
          <p:nvPr/>
        </p:nvCxnSpPr>
        <p:spPr>
          <a:xfrm flipV="1">
            <a:off x="5688575" y="3657918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>
            <a:extLst>
              <a:ext uri="{FF2B5EF4-FFF2-40B4-BE49-F238E27FC236}">
                <a16:creationId xmlns:a16="http://schemas.microsoft.com/office/drawing/2014/main" id="{97DC6A13-5BE2-4249-ADC7-6029EA0E65BF}"/>
              </a:ext>
            </a:extLst>
          </p:cNvPr>
          <p:cNvCxnSpPr>
            <a:cxnSpLocks/>
          </p:cNvCxnSpPr>
          <p:nvPr/>
        </p:nvCxnSpPr>
        <p:spPr>
          <a:xfrm>
            <a:off x="5692401" y="5496585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eur droit 222">
            <a:extLst>
              <a:ext uri="{FF2B5EF4-FFF2-40B4-BE49-F238E27FC236}">
                <a16:creationId xmlns:a16="http://schemas.microsoft.com/office/drawing/2014/main" id="{D682487E-FDED-48D3-A0F1-7446CA4B19EF}"/>
              </a:ext>
            </a:extLst>
          </p:cNvPr>
          <p:cNvCxnSpPr>
            <a:cxnSpLocks/>
          </p:cNvCxnSpPr>
          <p:nvPr/>
        </p:nvCxnSpPr>
        <p:spPr>
          <a:xfrm>
            <a:off x="5656778" y="5496584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>
            <a:extLst>
              <a:ext uri="{FF2B5EF4-FFF2-40B4-BE49-F238E27FC236}">
                <a16:creationId xmlns:a16="http://schemas.microsoft.com/office/drawing/2014/main" id="{DF07B586-BC0B-44FC-A864-7D6D345D9916}"/>
              </a:ext>
            </a:extLst>
          </p:cNvPr>
          <p:cNvCxnSpPr>
            <a:cxnSpLocks/>
          </p:cNvCxnSpPr>
          <p:nvPr/>
        </p:nvCxnSpPr>
        <p:spPr>
          <a:xfrm>
            <a:off x="5714113" y="5496584"/>
            <a:ext cx="0" cy="83309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eur droit 224">
            <a:extLst>
              <a:ext uri="{FF2B5EF4-FFF2-40B4-BE49-F238E27FC236}">
                <a16:creationId xmlns:a16="http://schemas.microsoft.com/office/drawing/2014/main" id="{941BA0C7-A2B0-4693-AE3D-62D9A1929919}"/>
              </a:ext>
            </a:extLst>
          </p:cNvPr>
          <p:cNvCxnSpPr>
            <a:cxnSpLocks/>
          </p:cNvCxnSpPr>
          <p:nvPr/>
        </p:nvCxnSpPr>
        <p:spPr>
          <a:xfrm flipV="1">
            <a:off x="5688003" y="6324426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225">
            <a:extLst>
              <a:ext uri="{FF2B5EF4-FFF2-40B4-BE49-F238E27FC236}">
                <a16:creationId xmlns:a16="http://schemas.microsoft.com/office/drawing/2014/main" id="{23EF6D77-4D8E-42AE-97ED-D0B89E1448AB}"/>
              </a:ext>
            </a:extLst>
          </p:cNvPr>
          <p:cNvCxnSpPr>
            <a:cxnSpLocks/>
          </p:cNvCxnSpPr>
          <p:nvPr/>
        </p:nvCxnSpPr>
        <p:spPr>
          <a:xfrm>
            <a:off x="5652632" y="6341375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eur droit 226">
            <a:extLst>
              <a:ext uri="{FF2B5EF4-FFF2-40B4-BE49-F238E27FC236}">
                <a16:creationId xmlns:a16="http://schemas.microsoft.com/office/drawing/2014/main" id="{A606B391-F0F0-4810-BDFF-FCED4BCF8C2D}"/>
              </a:ext>
            </a:extLst>
          </p:cNvPr>
          <p:cNvCxnSpPr>
            <a:cxnSpLocks/>
          </p:cNvCxnSpPr>
          <p:nvPr/>
        </p:nvCxnSpPr>
        <p:spPr>
          <a:xfrm>
            <a:off x="4844098" y="4862871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eur droit 227">
            <a:extLst>
              <a:ext uri="{FF2B5EF4-FFF2-40B4-BE49-F238E27FC236}">
                <a16:creationId xmlns:a16="http://schemas.microsoft.com/office/drawing/2014/main" id="{9D253419-67DC-40DD-B177-86976687B284}"/>
              </a:ext>
            </a:extLst>
          </p:cNvPr>
          <p:cNvCxnSpPr>
            <a:cxnSpLocks/>
          </p:cNvCxnSpPr>
          <p:nvPr/>
        </p:nvCxnSpPr>
        <p:spPr>
          <a:xfrm>
            <a:off x="4782212" y="4877714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eur droit 228">
            <a:extLst>
              <a:ext uri="{FF2B5EF4-FFF2-40B4-BE49-F238E27FC236}">
                <a16:creationId xmlns:a16="http://schemas.microsoft.com/office/drawing/2014/main" id="{7CDB44E0-E7B1-4A09-ABCD-37242F12410F}"/>
              </a:ext>
            </a:extLst>
          </p:cNvPr>
          <p:cNvCxnSpPr>
            <a:cxnSpLocks/>
          </p:cNvCxnSpPr>
          <p:nvPr/>
        </p:nvCxnSpPr>
        <p:spPr>
          <a:xfrm flipV="1">
            <a:off x="4782212" y="4868116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eur droit 229">
            <a:extLst>
              <a:ext uri="{FF2B5EF4-FFF2-40B4-BE49-F238E27FC236}">
                <a16:creationId xmlns:a16="http://schemas.microsoft.com/office/drawing/2014/main" id="{F23B74C3-17BF-403D-8149-9F55D84D710F}"/>
              </a:ext>
            </a:extLst>
          </p:cNvPr>
          <p:cNvCxnSpPr>
            <a:cxnSpLocks/>
          </p:cNvCxnSpPr>
          <p:nvPr/>
        </p:nvCxnSpPr>
        <p:spPr>
          <a:xfrm flipH="1" flipV="1">
            <a:off x="4740180" y="4852896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eur droit 230">
            <a:extLst>
              <a:ext uri="{FF2B5EF4-FFF2-40B4-BE49-F238E27FC236}">
                <a16:creationId xmlns:a16="http://schemas.microsoft.com/office/drawing/2014/main" id="{BD96E9CC-492A-45E5-8C9A-9DE2509CD2D2}"/>
              </a:ext>
            </a:extLst>
          </p:cNvPr>
          <p:cNvCxnSpPr>
            <a:cxnSpLocks/>
          </p:cNvCxnSpPr>
          <p:nvPr/>
        </p:nvCxnSpPr>
        <p:spPr>
          <a:xfrm flipH="1" flipV="1">
            <a:off x="4811150" y="4842961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eur droit 231">
            <a:extLst>
              <a:ext uri="{FF2B5EF4-FFF2-40B4-BE49-F238E27FC236}">
                <a16:creationId xmlns:a16="http://schemas.microsoft.com/office/drawing/2014/main" id="{C9576BA2-D681-499C-AC7B-0987C4AAECEF}"/>
              </a:ext>
            </a:extLst>
          </p:cNvPr>
          <p:cNvCxnSpPr>
            <a:cxnSpLocks/>
          </p:cNvCxnSpPr>
          <p:nvPr/>
        </p:nvCxnSpPr>
        <p:spPr>
          <a:xfrm flipH="1" flipV="1">
            <a:off x="4733983" y="4897505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>
            <a:extLst>
              <a:ext uri="{FF2B5EF4-FFF2-40B4-BE49-F238E27FC236}">
                <a16:creationId xmlns:a16="http://schemas.microsoft.com/office/drawing/2014/main" id="{3ED6F951-751F-4EAE-86B0-EDD7208B4C72}"/>
              </a:ext>
            </a:extLst>
          </p:cNvPr>
          <p:cNvCxnSpPr>
            <a:cxnSpLocks/>
          </p:cNvCxnSpPr>
          <p:nvPr/>
        </p:nvCxnSpPr>
        <p:spPr>
          <a:xfrm flipV="1">
            <a:off x="4782991" y="4913107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>
            <a:extLst>
              <a:ext uri="{FF2B5EF4-FFF2-40B4-BE49-F238E27FC236}">
                <a16:creationId xmlns:a16="http://schemas.microsoft.com/office/drawing/2014/main" id="{5122C66B-C943-4F6E-B91F-E4A87CD977FD}"/>
              </a:ext>
            </a:extLst>
          </p:cNvPr>
          <p:cNvCxnSpPr>
            <a:cxnSpLocks/>
          </p:cNvCxnSpPr>
          <p:nvPr/>
        </p:nvCxnSpPr>
        <p:spPr>
          <a:xfrm flipV="1">
            <a:off x="4736201" y="4847699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234">
            <a:extLst>
              <a:ext uri="{FF2B5EF4-FFF2-40B4-BE49-F238E27FC236}">
                <a16:creationId xmlns:a16="http://schemas.microsoft.com/office/drawing/2014/main" id="{633BA59F-71AE-4ADC-90B8-4627F8FED59B}"/>
              </a:ext>
            </a:extLst>
          </p:cNvPr>
          <p:cNvCxnSpPr>
            <a:cxnSpLocks/>
          </p:cNvCxnSpPr>
          <p:nvPr/>
        </p:nvCxnSpPr>
        <p:spPr>
          <a:xfrm flipV="1">
            <a:off x="4730800" y="4841496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eur droit 235">
            <a:extLst>
              <a:ext uri="{FF2B5EF4-FFF2-40B4-BE49-F238E27FC236}">
                <a16:creationId xmlns:a16="http://schemas.microsoft.com/office/drawing/2014/main" id="{247CDBF4-F39A-4B1B-B387-AAB1190A7370}"/>
              </a:ext>
            </a:extLst>
          </p:cNvPr>
          <p:cNvCxnSpPr>
            <a:cxnSpLocks/>
          </p:cNvCxnSpPr>
          <p:nvPr/>
        </p:nvCxnSpPr>
        <p:spPr>
          <a:xfrm>
            <a:off x="4790691" y="4909633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eur droit 236">
            <a:extLst>
              <a:ext uri="{FF2B5EF4-FFF2-40B4-BE49-F238E27FC236}">
                <a16:creationId xmlns:a16="http://schemas.microsoft.com/office/drawing/2014/main" id="{5442DF33-27A0-4499-8EE5-C3FB0DF9C86A}"/>
              </a:ext>
            </a:extLst>
          </p:cNvPr>
          <p:cNvCxnSpPr>
            <a:cxnSpLocks/>
          </p:cNvCxnSpPr>
          <p:nvPr/>
        </p:nvCxnSpPr>
        <p:spPr>
          <a:xfrm>
            <a:off x="4788471" y="489515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>
            <a:extLst>
              <a:ext uri="{FF2B5EF4-FFF2-40B4-BE49-F238E27FC236}">
                <a16:creationId xmlns:a16="http://schemas.microsoft.com/office/drawing/2014/main" id="{F44F241E-54CF-4A45-8326-F289C838AC30}"/>
              </a:ext>
            </a:extLst>
          </p:cNvPr>
          <p:cNvCxnSpPr>
            <a:cxnSpLocks/>
          </p:cNvCxnSpPr>
          <p:nvPr/>
        </p:nvCxnSpPr>
        <p:spPr>
          <a:xfrm>
            <a:off x="4743802" y="4884725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eur droit 238">
            <a:extLst>
              <a:ext uri="{FF2B5EF4-FFF2-40B4-BE49-F238E27FC236}">
                <a16:creationId xmlns:a16="http://schemas.microsoft.com/office/drawing/2014/main" id="{78BEE25A-A88A-4A71-B834-6B7F1C494C85}"/>
              </a:ext>
            </a:extLst>
          </p:cNvPr>
          <p:cNvCxnSpPr>
            <a:cxnSpLocks/>
          </p:cNvCxnSpPr>
          <p:nvPr/>
        </p:nvCxnSpPr>
        <p:spPr>
          <a:xfrm>
            <a:off x="4757008" y="486928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239">
            <a:extLst>
              <a:ext uri="{FF2B5EF4-FFF2-40B4-BE49-F238E27FC236}">
                <a16:creationId xmlns:a16="http://schemas.microsoft.com/office/drawing/2014/main" id="{1A59E27D-0B55-4384-9C8B-F891571AA115}"/>
              </a:ext>
            </a:extLst>
          </p:cNvPr>
          <p:cNvCxnSpPr>
            <a:cxnSpLocks/>
          </p:cNvCxnSpPr>
          <p:nvPr/>
        </p:nvCxnSpPr>
        <p:spPr>
          <a:xfrm>
            <a:off x="4781276" y="4875009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eur droit 240">
            <a:extLst>
              <a:ext uri="{FF2B5EF4-FFF2-40B4-BE49-F238E27FC236}">
                <a16:creationId xmlns:a16="http://schemas.microsoft.com/office/drawing/2014/main" id="{656EB579-0E1B-4CF6-A869-731D82A3A24C}"/>
              </a:ext>
            </a:extLst>
          </p:cNvPr>
          <p:cNvCxnSpPr>
            <a:cxnSpLocks/>
          </p:cNvCxnSpPr>
          <p:nvPr/>
        </p:nvCxnSpPr>
        <p:spPr>
          <a:xfrm>
            <a:off x="4770777" y="4865857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eur droit 241">
            <a:extLst>
              <a:ext uri="{FF2B5EF4-FFF2-40B4-BE49-F238E27FC236}">
                <a16:creationId xmlns:a16="http://schemas.microsoft.com/office/drawing/2014/main" id="{F390F3FA-3CC0-4532-96B6-56525B9C8408}"/>
              </a:ext>
            </a:extLst>
          </p:cNvPr>
          <p:cNvCxnSpPr>
            <a:cxnSpLocks/>
          </p:cNvCxnSpPr>
          <p:nvPr/>
        </p:nvCxnSpPr>
        <p:spPr>
          <a:xfrm>
            <a:off x="4740932" y="4879837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242">
            <a:extLst>
              <a:ext uri="{FF2B5EF4-FFF2-40B4-BE49-F238E27FC236}">
                <a16:creationId xmlns:a16="http://schemas.microsoft.com/office/drawing/2014/main" id="{9FA52EA6-185B-4C20-9F64-67127A40F386}"/>
              </a:ext>
            </a:extLst>
          </p:cNvPr>
          <p:cNvCxnSpPr>
            <a:cxnSpLocks/>
          </p:cNvCxnSpPr>
          <p:nvPr/>
        </p:nvCxnSpPr>
        <p:spPr>
          <a:xfrm>
            <a:off x="4770515" y="489656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>
            <a:extLst>
              <a:ext uri="{FF2B5EF4-FFF2-40B4-BE49-F238E27FC236}">
                <a16:creationId xmlns:a16="http://schemas.microsoft.com/office/drawing/2014/main" id="{05986FE6-B4B2-4500-BE8F-B740E2434851}"/>
              </a:ext>
            </a:extLst>
          </p:cNvPr>
          <p:cNvCxnSpPr>
            <a:cxnSpLocks/>
          </p:cNvCxnSpPr>
          <p:nvPr/>
        </p:nvCxnSpPr>
        <p:spPr>
          <a:xfrm>
            <a:off x="4843319" y="4859507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>
            <a:extLst>
              <a:ext uri="{FF2B5EF4-FFF2-40B4-BE49-F238E27FC236}">
                <a16:creationId xmlns:a16="http://schemas.microsoft.com/office/drawing/2014/main" id="{554417B3-B369-48CC-B020-D9C8DE47D6A3}"/>
              </a:ext>
            </a:extLst>
          </p:cNvPr>
          <p:cNvCxnSpPr>
            <a:cxnSpLocks/>
          </p:cNvCxnSpPr>
          <p:nvPr/>
        </p:nvCxnSpPr>
        <p:spPr>
          <a:xfrm>
            <a:off x="4781433" y="4874350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eur droit 245">
            <a:extLst>
              <a:ext uri="{FF2B5EF4-FFF2-40B4-BE49-F238E27FC236}">
                <a16:creationId xmlns:a16="http://schemas.microsoft.com/office/drawing/2014/main" id="{67DD7C14-8461-4B0C-860F-937F252EF951}"/>
              </a:ext>
            </a:extLst>
          </p:cNvPr>
          <p:cNvCxnSpPr>
            <a:cxnSpLocks/>
          </p:cNvCxnSpPr>
          <p:nvPr/>
        </p:nvCxnSpPr>
        <p:spPr>
          <a:xfrm flipV="1">
            <a:off x="4786382" y="4864852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eur droit 246">
            <a:extLst>
              <a:ext uri="{FF2B5EF4-FFF2-40B4-BE49-F238E27FC236}">
                <a16:creationId xmlns:a16="http://schemas.microsoft.com/office/drawing/2014/main" id="{94A18562-C178-4C12-ABE9-361F328B4F52}"/>
              </a:ext>
            </a:extLst>
          </p:cNvPr>
          <p:cNvCxnSpPr>
            <a:cxnSpLocks/>
          </p:cNvCxnSpPr>
          <p:nvPr/>
        </p:nvCxnSpPr>
        <p:spPr>
          <a:xfrm flipH="1" flipV="1">
            <a:off x="4739401" y="4849532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247">
            <a:extLst>
              <a:ext uri="{FF2B5EF4-FFF2-40B4-BE49-F238E27FC236}">
                <a16:creationId xmlns:a16="http://schemas.microsoft.com/office/drawing/2014/main" id="{654E2D9B-59D3-4F44-A220-21D992D0CCBF}"/>
              </a:ext>
            </a:extLst>
          </p:cNvPr>
          <p:cNvCxnSpPr>
            <a:cxnSpLocks/>
          </p:cNvCxnSpPr>
          <p:nvPr/>
        </p:nvCxnSpPr>
        <p:spPr>
          <a:xfrm flipH="1" flipV="1">
            <a:off x="4810371" y="4839597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eur droit 248">
            <a:extLst>
              <a:ext uri="{FF2B5EF4-FFF2-40B4-BE49-F238E27FC236}">
                <a16:creationId xmlns:a16="http://schemas.microsoft.com/office/drawing/2014/main" id="{89E861F0-46CA-4C24-AA73-96D1DD915743}"/>
              </a:ext>
            </a:extLst>
          </p:cNvPr>
          <p:cNvCxnSpPr>
            <a:cxnSpLocks/>
          </p:cNvCxnSpPr>
          <p:nvPr/>
        </p:nvCxnSpPr>
        <p:spPr>
          <a:xfrm flipH="1" flipV="1">
            <a:off x="4733204" y="4894141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eur droit 249">
            <a:extLst>
              <a:ext uri="{FF2B5EF4-FFF2-40B4-BE49-F238E27FC236}">
                <a16:creationId xmlns:a16="http://schemas.microsoft.com/office/drawing/2014/main" id="{C33D2101-3530-4125-ABDE-1241584C565C}"/>
              </a:ext>
            </a:extLst>
          </p:cNvPr>
          <p:cNvCxnSpPr>
            <a:cxnSpLocks/>
          </p:cNvCxnSpPr>
          <p:nvPr/>
        </p:nvCxnSpPr>
        <p:spPr>
          <a:xfrm flipV="1">
            <a:off x="4782212" y="4909743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Connecteur droit 250">
            <a:extLst>
              <a:ext uri="{FF2B5EF4-FFF2-40B4-BE49-F238E27FC236}">
                <a16:creationId xmlns:a16="http://schemas.microsoft.com/office/drawing/2014/main" id="{C5D6681A-1152-4465-A720-D4E9E019A4DD}"/>
              </a:ext>
            </a:extLst>
          </p:cNvPr>
          <p:cNvCxnSpPr>
            <a:cxnSpLocks/>
          </p:cNvCxnSpPr>
          <p:nvPr/>
        </p:nvCxnSpPr>
        <p:spPr>
          <a:xfrm flipV="1">
            <a:off x="4735422" y="4844335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eur droit 251">
            <a:extLst>
              <a:ext uri="{FF2B5EF4-FFF2-40B4-BE49-F238E27FC236}">
                <a16:creationId xmlns:a16="http://schemas.microsoft.com/office/drawing/2014/main" id="{C3CF16A8-6477-4C7F-8A86-A8A98A17E6CD}"/>
              </a:ext>
            </a:extLst>
          </p:cNvPr>
          <p:cNvCxnSpPr>
            <a:cxnSpLocks/>
          </p:cNvCxnSpPr>
          <p:nvPr/>
        </p:nvCxnSpPr>
        <p:spPr>
          <a:xfrm flipV="1">
            <a:off x="4730021" y="4838132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252">
            <a:extLst>
              <a:ext uri="{FF2B5EF4-FFF2-40B4-BE49-F238E27FC236}">
                <a16:creationId xmlns:a16="http://schemas.microsoft.com/office/drawing/2014/main" id="{CEA7254E-6778-4672-B75D-3A9D698B777F}"/>
              </a:ext>
            </a:extLst>
          </p:cNvPr>
          <p:cNvCxnSpPr>
            <a:cxnSpLocks/>
          </p:cNvCxnSpPr>
          <p:nvPr/>
        </p:nvCxnSpPr>
        <p:spPr>
          <a:xfrm>
            <a:off x="5639630" y="3582602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eur droit 253">
            <a:extLst>
              <a:ext uri="{FF2B5EF4-FFF2-40B4-BE49-F238E27FC236}">
                <a16:creationId xmlns:a16="http://schemas.microsoft.com/office/drawing/2014/main" id="{1C32B452-6A65-4B17-A11A-1A13D3892C5E}"/>
              </a:ext>
            </a:extLst>
          </p:cNvPr>
          <p:cNvCxnSpPr>
            <a:cxnSpLocks/>
          </p:cNvCxnSpPr>
          <p:nvPr/>
        </p:nvCxnSpPr>
        <p:spPr>
          <a:xfrm>
            <a:off x="5632224" y="3636944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254">
            <a:extLst>
              <a:ext uri="{FF2B5EF4-FFF2-40B4-BE49-F238E27FC236}">
                <a16:creationId xmlns:a16="http://schemas.microsoft.com/office/drawing/2014/main" id="{1761CEC3-C65F-42BA-95A0-92C8074B9E1D}"/>
              </a:ext>
            </a:extLst>
          </p:cNvPr>
          <p:cNvCxnSpPr>
            <a:cxnSpLocks/>
          </p:cNvCxnSpPr>
          <p:nvPr/>
        </p:nvCxnSpPr>
        <p:spPr>
          <a:xfrm>
            <a:off x="5685667" y="3609167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eur droit 255">
            <a:extLst>
              <a:ext uri="{FF2B5EF4-FFF2-40B4-BE49-F238E27FC236}">
                <a16:creationId xmlns:a16="http://schemas.microsoft.com/office/drawing/2014/main" id="{D208583D-92BD-49A8-A3CA-C02B84523EDB}"/>
              </a:ext>
            </a:extLst>
          </p:cNvPr>
          <p:cNvCxnSpPr>
            <a:cxnSpLocks/>
          </p:cNvCxnSpPr>
          <p:nvPr/>
        </p:nvCxnSpPr>
        <p:spPr>
          <a:xfrm>
            <a:off x="5749953" y="3608276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256">
            <a:extLst>
              <a:ext uri="{FF2B5EF4-FFF2-40B4-BE49-F238E27FC236}">
                <a16:creationId xmlns:a16="http://schemas.microsoft.com/office/drawing/2014/main" id="{78D76540-D11C-4FCD-96EE-26A4A25C600E}"/>
              </a:ext>
            </a:extLst>
          </p:cNvPr>
          <p:cNvCxnSpPr>
            <a:cxnSpLocks/>
          </p:cNvCxnSpPr>
          <p:nvPr/>
        </p:nvCxnSpPr>
        <p:spPr>
          <a:xfrm>
            <a:off x="5650431" y="3624515"/>
            <a:ext cx="43968" cy="267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eur droit 257">
            <a:extLst>
              <a:ext uri="{FF2B5EF4-FFF2-40B4-BE49-F238E27FC236}">
                <a16:creationId xmlns:a16="http://schemas.microsoft.com/office/drawing/2014/main" id="{832CCFAD-12FB-4FA4-BF79-2385FAC461DF}"/>
              </a:ext>
            </a:extLst>
          </p:cNvPr>
          <p:cNvCxnSpPr>
            <a:cxnSpLocks/>
          </p:cNvCxnSpPr>
          <p:nvPr/>
        </p:nvCxnSpPr>
        <p:spPr>
          <a:xfrm>
            <a:off x="5646284" y="3620568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>
            <a:extLst>
              <a:ext uri="{FF2B5EF4-FFF2-40B4-BE49-F238E27FC236}">
                <a16:creationId xmlns:a16="http://schemas.microsoft.com/office/drawing/2014/main" id="{AF2D19C9-40FC-40A6-9190-C686FA56E91F}"/>
              </a:ext>
            </a:extLst>
          </p:cNvPr>
          <p:cNvCxnSpPr>
            <a:cxnSpLocks/>
          </p:cNvCxnSpPr>
          <p:nvPr/>
        </p:nvCxnSpPr>
        <p:spPr>
          <a:xfrm>
            <a:off x="5680098" y="3645649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eur droit 259">
            <a:extLst>
              <a:ext uri="{FF2B5EF4-FFF2-40B4-BE49-F238E27FC236}">
                <a16:creationId xmlns:a16="http://schemas.microsoft.com/office/drawing/2014/main" id="{70B35489-99E0-41B6-8ACD-42D395A5B1B7}"/>
              </a:ext>
            </a:extLst>
          </p:cNvPr>
          <p:cNvCxnSpPr>
            <a:cxnSpLocks/>
          </p:cNvCxnSpPr>
          <p:nvPr/>
        </p:nvCxnSpPr>
        <p:spPr>
          <a:xfrm>
            <a:off x="5680370" y="3620568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eur droit 260">
            <a:extLst>
              <a:ext uri="{FF2B5EF4-FFF2-40B4-BE49-F238E27FC236}">
                <a16:creationId xmlns:a16="http://schemas.microsoft.com/office/drawing/2014/main" id="{EB1EBAEE-6AFA-4AD9-AE34-E71385AE69C1}"/>
              </a:ext>
            </a:extLst>
          </p:cNvPr>
          <p:cNvCxnSpPr>
            <a:cxnSpLocks/>
          </p:cNvCxnSpPr>
          <p:nvPr/>
        </p:nvCxnSpPr>
        <p:spPr>
          <a:xfrm>
            <a:off x="5640478" y="3620568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eur droit 261">
            <a:extLst>
              <a:ext uri="{FF2B5EF4-FFF2-40B4-BE49-F238E27FC236}">
                <a16:creationId xmlns:a16="http://schemas.microsoft.com/office/drawing/2014/main" id="{3DE86BD8-7CBE-4C6A-85A9-B76CD1C773E5}"/>
              </a:ext>
            </a:extLst>
          </p:cNvPr>
          <p:cNvCxnSpPr>
            <a:cxnSpLocks/>
          </p:cNvCxnSpPr>
          <p:nvPr/>
        </p:nvCxnSpPr>
        <p:spPr>
          <a:xfrm>
            <a:off x="5640044" y="3601706"/>
            <a:ext cx="61824" cy="31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eur droit 262">
            <a:extLst>
              <a:ext uri="{FF2B5EF4-FFF2-40B4-BE49-F238E27FC236}">
                <a16:creationId xmlns:a16="http://schemas.microsoft.com/office/drawing/2014/main" id="{A921F32D-8484-441D-92DE-0859720B4675}"/>
              </a:ext>
            </a:extLst>
          </p:cNvPr>
          <p:cNvCxnSpPr>
            <a:cxnSpLocks/>
          </p:cNvCxnSpPr>
          <p:nvPr/>
        </p:nvCxnSpPr>
        <p:spPr>
          <a:xfrm flipH="1">
            <a:off x="5584578" y="3494445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eur droit 263">
            <a:extLst>
              <a:ext uri="{FF2B5EF4-FFF2-40B4-BE49-F238E27FC236}">
                <a16:creationId xmlns:a16="http://schemas.microsoft.com/office/drawing/2014/main" id="{55718BE7-80BD-48E7-BFBB-775E1B3B8D02}"/>
              </a:ext>
            </a:extLst>
          </p:cNvPr>
          <p:cNvCxnSpPr>
            <a:cxnSpLocks/>
          </p:cNvCxnSpPr>
          <p:nvPr/>
        </p:nvCxnSpPr>
        <p:spPr>
          <a:xfrm flipH="1">
            <a:off x="5688505" y="3559382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eur droit 264">
            <a:extLst>
              <a:ext uri="{FF2B5EF4-FFF2-40B4-BE49-F238E27FC236}">
                <a16:creationId xmlns:a16="http://schemas.microsoft.com/office/drawing/2014/main" id="{559E06EE-B936-4C12-8751-B3B2D3AEE02B}"/>
              </a:ext>
            </a:extLst>
          </p:cNvPr>
          <p:cNvCxnSpPr>
            <a:cxnSpLocks/>
          </p:cNvCxnSpPr>
          <p:nvPr/>
        </p:nvCxnSpPr>
        <p:spPr>
          <a:xfrm>
            <a:off x="5584578" y="3519135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necteur droit 265">
            <a:extLst>
              <a:ext uri="{FF2B5EF4-FFF2-40B4-BE49-F238E27FC236}">
                <a16:creationId xmlns:a16="http://schemas.microsoft.com/office/drawing/2014/main" id="{07D6F75F-87C6-4B20-949E-B2E3C25B1FA1}"/>
              </a:ext>
            </a:extLst>
          </p:cNvPr>
          <p:cNvCxnSpPr>
            <a:cxnSpLocks/>
          </p:cNvCxnSpPr>
          <p:nvPr/>
        </p:nvCxnSpPr>
        <p:spPr>
          <a:xfrm>
            <a:off x="5785826" y="3494445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necteur droit 266">
            <a:extLst>
              <a:ext uri="{FF2B5EF4-FFF2-40B4-BE49-F238E27FC236}">
                <a16:creationId xmlns:a16="http://schemas.microsoft.com/office/drawing/2014/main" id="{32DB78CD-0410-440B-AE94-7976275C9E04}"/>
              </a:ext>
            </a:extLst>
          </p:cNvPr>
          <p:cNvCxnSpPr>
            <a:cxnSpLocks/>
          </p:cNvCxnSpPr>
          <p:nvPr/>
        </p:nvCxnSpPr>
        <p:spPr>
          <a:xfrm>
            <a:off x="5584578" y="3513877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eur droit 267">
            <a:extLst>
              <a:ext uri="{FF2B5EF4-FFF2-40B4-BE49-F238E27FC236}">
                <a16:creationId xmlns:a16="http://schemas.microsoft.com/office/drawing/2014/main" id="{8C54F1E0-9EAE-47C3-B7D5-A629E031EA17}"/>
              </a:ext>
            </a:extLst>
          </p:cNvPr>
          <p:cNvCxnSpPr>
            <a:cxnSpLocks/>
          </p:cNvCxnSpPr>
          <p:nvPr/>
        </p:nvCxnSpPr>
        <p:spPr>
          <a:xfrm>
            <a:off x="5688890" y="3575611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eur droit 268">
            <a:extLst>
              <a:ext uri="{FF2B5EF4-FFF2-40B4-BE49-F238E27FC236}">
                <a16:creationId xmlns:a16="http://schemas.microsoft.com/office/drawing/2014/main" id="{C552107C-2832-499F-A290-94154F71245C}"/>
              </a:ext>
            </a:extLst>
          </p:cNvPr>
          <p:cNvCxnSpPr>
            <a:cxnSpLocks/>
          </p:cNvCxnSpPr>
          <p:nvPr/>
        </p:nvCxnSpPr>
        <p:spPr>
          <a:xfrm>
            <a:off x="5898695" y="3558649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eur droit 269">
            <a:extLst>
              <a:ext uri="{FF2B5EF4-FFF2-40B4-BE49-F238E27FC236}">
                <a16:creationId xmlns:a16="http://schemas.microsoft.com/office/drawing/2014/main" id="{CDC47480-D945-453B-AC61-DDD44E00AC47}"/>
              </a:ext>
            </a:extLst>
          </p:cNvPr>
          <p:cNvCxnSpPr>
            <a:cxnSpLocks/>
          </p:cNvCxnSpPr>
          <p:nvPr/>
        </p:nvCxnSpPr>
        <p:spPr>
          <a:xfrm flipH="1">
            <a:off x="5688505" y="3591864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eur droit 270">
            <a:extLst>
              <a:ext uri="{FF2B5EF4-FFF2-40B4-BE49-F238E27FC236}">
                <a16:creationId xmlns:a16="http://schemas.microsoft.com/office/drawing/2014/main" id="{A99513C8-9C7D-423B-A0EB-63BAF512BE22}"/>
              </a:ext>
            </a:extLst>
          </p:cNvPr>
          <p:cNvCxnSpPr>
            <a:cxnSpLocks/>
          </p:cNvCxnSpPr>
          <p:nvPr/>
        </p:nvCxnSpPr>
        <p:spPr>
          <a:xfrm>
            <a:off x="5582242" y="3552623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eur droit 271">
            <a:extLst>
              <a:ext uri="{FF2B5EF4-FFF2-40B4-BE49-F238E27FC236}">
                <a16:creationId xmlns:a16="http://schemas.microsoft.com/office/drawing/2014/main" id="{17B02E3F-2F31-4EB7-ADF4-9C8D3AB8A073}"/>
              </a:ext>
            </a:extLst>
          </p:cNvPr>
          <p:cNvCxnSpPr>
            <a:cxnSpLocks/>
          </p:cNvCxnSpPr>
          <p:nvPr/>
        </p:nvCxnSpPr>
        <p:spPr>
          <a:xfrm flipV="1">
            <a:off x="5689077" y="3660117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eur droit 272">
            <a:extLst>
              <a:ext uri="{FF2B5EF4-FFF2-40B4-BE49-F238E27FC236}">
                <a16:creationId xmlns:a16="http://schemas.microsoft.com/office/drawing/2014/main" id="{5EFDAC91-8766-4154-B494-FCA321F68D8B}"/>
              </a:ext>
            </a:extLst>
          </p:cNvPr>
          <p:cNvCxnSpPr>
            <a:cxnSpLocks/>
          </p:cNvCxnSpPr>
          <p:nvPr/>
        </p:nvCxnSpPr>
        <p:spPr>
          <a:xfrm>
            <a:off x="5640132" y="3584801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onnecteur droit 273">
            <a:extLst>
              <a:ext uri="{FF2B5EF4-FFF2-40B4-BE49-F238E27FC236}">
                <a16:creationId xmlns:a16="http://schemas.microsoft.com/office/drawing/2014/main" id="{9A22A5E7-FB22-4044-92D6-67F461743B4F}"/>
              </a:ext>
            </a:extLst>
          </p:cNvPr>
          <p:cNvCxnSpPr>
            <a:cxnSpLocks/>
          </p:cNvCxnSpPr>
          <p:nvPr/>
        </p:nvCxnSpPr>
        <p:spPr>
          <a:xfrm>
            <a:off x="5632726" y="3639143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necteur droit 274">
            <a:extLst>
              <a:ext uri="{FF2B5EF4-FFF2-40B4-BE49-F238E27FC236}">
                <a16:creationId xmlns:a16="http://schemas.microsoft.com/office/drawing/2014/main" id="{C540708A-DAEB-459A-A2F3-8BC2A269557A}"/>
              </a:ext>
            </a:extLst>
          </p:cNvPr>
          <p:cNvCxnSpPr>
            <a:cxnSpLocks/>
          </p:cNvCxnSpPr>
          <p:nvPr/>
        </p:nvCxnSpPr>
        <p:spPr>
          <a:xfrm>
            <a:off x="5686169" y="3611366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eur droit 275">
            <a:extLst>
              <a:ext uri="{FF2B5EF4-FFF2-40B4-BE49-F238E27FC236}">
                <a16:creationId xmlns:a16="http://schemas.microsoft.com/office/drawing/2014/main" id="{6CB3427A-CBC8-4BD9-A6B7-F0BCCB805ECD}"/>
              </a:ext>
            </a:extLst>
          </p:cNvPr>
          <p:cNvCxnSpPr>
            <a:cxnSpLocks/>
          </p:cNvCxnSpPr>
          <p:nvPr/>
        </p:nvCxnSpPr>
        <p:spPr>
          <a:xfrm>
            <a:off x="5750455" y="3610475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eur droit 276">
            <a:extLst>
              <a:ext uri="{FF2B5EF4-FFF2-40B4-BE49-F238E27FC236}">
                <a16:creationId xmlns:a16="http://schemas.microsoft.com/office/drawing/2014/main" id="{D8E61A31-7D19-4FC1-BA92-868D84F50CA9}"/>
              </a:ext>
            </a:extLst>
          </p:cNvPr>
          <p:cNvCxnSpPr>
            <a:cxnSpLocks/>
          </p:cNvCxnSpPr>
          <p:nvPr/>
        </p:nvCxnSpPr>
        <p:spPr>
          <a:xfrm>
            <a:off x="4385557" y="5516703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onnecteur droit 277">
            <a:extLst>
              <a:ext uri="{FF2B5EF4-FFF2-40B4-BE49-F238E27FC236}">
                <a16:creationId xmlns:a16="http://schemas.microsoft.com/office/drawing/2014/main" id="{99BF4D05-158F-48B8-BCFE-885BCFF6F745}"/>
              </a:ext>
            </a:extLst>
          </p:cNvPr>
          <p:cNvCxnSpPr>
            <a:cxnSpLocks/>
          </p:cNvCxnSpPr>
          <p:nvPr/>
        </p:nvCxnSpPr>
        <p:spPr>
          <a:xfrm>
            <a:off x="4323671" y="5531546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onnecteur droit 278">
            <a:extLst>
              <a:ext uri="{FF2B5EF4-FFF2-40B4-BE49-F238E27FC236}">
                <a16:creationId xmlns:a16="http://schemas.microsoft.com/office/drawing/2014/main" id="{4E150356-F15C-4B41-92B6-03E8A3357445}"/>
              </a:ext>
            </a:extLst>
          </p:cNvPr>
          <p:cNvCxnSpPr>
            <a:cxnSpLocks/>
          </p:cNvCxnSpPr>
          <p:nvPr/>
        </p:nvCxnSpPr>
        <p:spPr>
          <a:xfrm flipV="1">
            <a:off x="4323671" y="5521948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eur droit 279">
            <a:extLst>
              <a:ext uri="{FF2B5EF4-FFF2-40B4-BE49-F238E27FC236}">
                <a16:creationId xmlns:a16="http://schemas.microsoft.com/office/drawing/2014/main" id="{BA9765F2-CB77-4CC6-B58F-C6228CD0E896}"/>
              </a:ext>
            </a:extLst>
          </p:cNvPr>
          <p:cNvCxnSpPr>
            <a:cxnSpLocks/>
          </p:cNvCxnSpPr>
          <p:nvPr/>
        </p:nvCxnSpPr>
        <p:spPr>
          <a:xfrm flipH="1" flipV="1">
            <a:off x="4281639" y="5506728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necteur droit 280">
            <a:extLst>
              <a:ext uri="{FF2B5EF4-FFF2-40B4-BE49-F238E27FC236}">
                <a16:creationId xmlns:a16="http://schemas.microsoft.com/office/drawing/2014/main" id="{FF837C11-59AA-43CB-A295-80203EC4A0DE}"/>
              </a:ext>
            </a:extLst>
          </p:cNvPr>
          <p:cNvCxnSpPr>
            <a:cxnSpLocks/>
          </p:cNvCxnSpPr>
          <p:nvPr/>
        </p:nvCxnSpPr>
        <p:spPr>
          <a:xfrm flipH="1" flipV="1">
            <a:off x="4352609" y="5496793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necteur droit 281">
            <a:extLst>
              <a:ext uri="{FF2B5EF4-FFF2-40B4-BE49-F238E27FC236}">
                <a16:creationId xmlns:a16="http://schemas.microsoft.com/office/drawing/2014/main" id="{5CB0C35E-85A7-4DCC-9D4F-31EE7C05EFD3}"/>
              </a:ext>
            </a:extLst>
          </p:cNvPr>
          <p:cNvCxnSpPr>
            <a:cxnSpLocks/>
          </p:cNvCxnSpPr>
          <p:nvPr/>
        </p:nvCxnSpPr>
        <p:spPr>
          <a:xfrm flipH="1" flipV="1">
            <a:off x="4275442" y="5551337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eur droit 282">
            <a:extLst>
              <a:ext uri="{FF2B5EF4-FFF2-40B4-BE49-F238E27FC236}">
                <a16:creationId xmlns:a16="http://schemas.microsoft.com/office/drawing/2014/main" id="{1B3BE130-DCFC-442F-AD86-A1685C76EEE6}"/>
              </a:ext>
            </a:extLst>
          </p:cNvPr>
          <p:cNvCxnSpPr>
            <a:cxnSpLocks/>
          </p:cNvCxnSpPr>
          <p:nvPr/>
        </p:nvCxnSpPr>
        <p:spPr>
          <a:xfrm flipV="1">
            <a:off x="4324450" y="5566939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necteur droit 283">
            <a:extLst>
              <a:ext uri="{FF2B5EF4-FFF2-40B4-BE49-F238E27FC236}">
                <a16:creationId xmlns:a16="http://schemas.microsoft.com/office/drawing/2014/main" id="{D22B72D2-179E-42E8-ABA9-42BDF3284AB2}"/>
              </a:ext>
            </a:extLst>
          </p:cNvPr>
          <p:cNvCxnSpPr>
            <a:cxnSpLocks/>
          </p:cNvCxnSpPr>
          <p:nvPr/>
        </p:nvCxnSpPr>
        <p:spPr>
          <a:xfrm flipV="1">
            <a:off x="4277660" y="5501531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onnecteur droit 284">
            <a:extLst>
              <a:ext uri="{FF2B5EF4-FFF2-40B4-BE49-F238E27FC236}">
                <a16:creationId xmlns:a16="http://schemas.microsoft.com/office/drawing/2014/main" id="{57A61C6A-094C-4591-B830-6993B8D5CE28}"/>
              </a:ext>
            </a:extLst>
          </p:cNvPr>
          <p:cNvCxnSpPr>
            <a:cxnSpLocks/>
          </p:cNvCxnSpPr>
          <p:nvPr/>
        </p:nvCxnSpPr>
        <p:spPr>
          <a:xfrm flipV="1">
            <a:off x="4272259" y="5495328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necteur droit 285">
            <a:extLst>
              <a:ext uri="{FF2B5EF4-FFF2-40B4-BE49-F238E27FC236}">
                <a16:creationId xmlns:a16="http://schemas.microsoft.com/office/drawing/2014/main" id="{71E93A21-5329-46BF-8FA4-CE593DDC2136}"/>
              </a:ext>
            </a:extLst>
          </p:cNvPr>
          <p:cNvCxnSpPr>
            <a:cxnSpLocks/>
          </p:cNvCxnSpPr>
          <p:nvPr/>
        </p:nvCxnSpPr>
        <p:spPr>
          <a:xfrm>
            <a:off x="4332150" y="5563465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necteur droit 286">
            <a:extLst>
              <a:ext uri="{FF2B5EF4-FFF2-40B4-BE49-F238E27FC236}">
                <a16:creationId xmlns:a16="http://schemas.microsoft.com/office/drawing/2014/main" id="{00D0F51E-B1D0-4F5C-A216-27E36EFE4F1E}"/>
              </a:ext>
            </a:extLst>
          </p:cNvPr>
          <p:cNvCxnSpPr>
            <a:cxnSpLocks/>
          </p:cNvCxnSpPr>
          <p:nvPr/>
        </p:nvCxnSpPr>
        <p:spPr>
          <a:xfrm>
            <a:off x="4329930" y="554898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onnecteur droit 287">
            <a:extLst>
              <a:ext uri="{FF2B5EF4-FFF2-40B4-BE49-F238E27FC236}">
                <a16:creationId xmlns:a16="http://schemas.microsoft.com/office/drawing/2014/main" id="{9BD1B46A-3B08-4254-9EB3-60C984B10903}"/>
              </a:ext>
            </a:extLst>
          </p:cNvPr>
          <p:cNvCxnSpPr>
            <a:cxnSpLocks/>
          </p:cNvCxnSpPr>
          <p:nvPr/>
        </p:nvCxnSpPr>
        <p:spPr>
          <a:xfrm>
            <a:off x="4285261" y="5538557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necteur droit 288">
            <a:extLst>
              <a:ext uri="{FF2B5EF4-FFF2-40B4-BE49-F238E27FC236}">
                <a16:creationId xmlns:a16="http://schemas.microsoft.com/office/drawing/2014/main" id="{D2C2E3AD-E66F-4E41-B537-FB7B68AF6F1F}"/>
              </a:ext>
            </a:extLst>
          </p:cNvPr>
          <p:cNvCxnSpPr>
            <a:cxnSpLocks/>
          </p:cNvCxnSpPr>
          <p:nvPr/>
        </p:nvCxnSpPr>
        <p:spPr>
          <a:xfrm>
            <a:off x="4298467" y="552311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necteur droit 289">
            <a:extLst>
              <a:ext uri="{FF2B5EF4-FFF2-40B4-BE49-F238E27FC236}">
                <a16:creationId xmlns:a16="http://schemas.microsoft.com/office/drawing/2014/main" id="{CD5254A4-1145-4AA6-BFE6-E29299D5D19B}"/>
              </a:ext>
            </a:extLst>
          </p:cNvPr>
          <p:cNvCxnSpPr>
            <a:cxnSpLocks/>
          </p:cNvCxnSpPr>
          <p:nvPr/>
        </p:nvCxnSpPr>
        <p:spPr>
          <a:xfrm>
            <a:off x="4322735" y="552884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onnecteur droit 290">
            <a:extLst>
              <a:ext uri="{FF2B5EF4-FFF2-40B4-BE49-F238E27FC236}">
                <a16:creationId xmlns:a16="http://schemas.microsoft.com/office/drawing/2014/main" id="{96FE62EF-0C16-4D19-9024-E831727064DB}"/>
              </a:ext>
            </a:extLst>
          </p:cNvPr>
          <p:cNvCxnSpPr>
            <a:cxnSpLocks/>
          </p:cNvCxnSpPr>
          <p:nvPr/>
        </p:nvCxnSpPr>
        <p:spPr>
          <a:xfrm>
            <a:off x="4312236" y="5519689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necteur droit 291">
            <a:extLst>
              <a:ext uri="{FF2B5EF4-FFF2-40B4-BE49-F238E27FC236}">
                <a16:creationId xmlns:a16="http://schemas.microsoft.com/office/drawing/2014/main" id="{C25EAAE5-3302-4F21-91ED-C572B6483B19}"/>
              </a:ext>
            </a:extLst>
          </p:cNvPr>
          <p:cNvCxnSpPr>
            <a:cxnSpLocks/>
          </p:cNvCxnSpPr>
          <p:nvPr/>
        </p:nvCxnSpPr>
        <p:spPr>
          <a:xfrm>
            <a:off x="4282391" y="5533669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nnecteur droit 292">
            <a:extLst>
              <a:ext uri="{FF2B5EF4-FFF2-40B4-BE49-F238E27FC236}">
                <a16:creationId xmlns:a16="http://schemas.microsoft.com/office/drawing/2014/main" id="{F46084A6-8E6B-45FF-8293-AF3C1FDA8377}"/>
              </a:ext>
            </a:extLst>
          </p:cNvPr>
          <p:cNvCxnSpPr>
            <a:cxnSpLocks/>
          </p:cNvCxnSpPr>
          <p:nvPr/>
        </p:nvCxnSpPr>
        <p:spPr>
          <a:xfrm>
            <a:off x="4311974" y="555039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eur droit 293">
            <a:extLst>
              <a:ext uri="{FF2B5EF4-FFF2-40B4-BE49-F238E27FC236}">
                <a16:creationId xmlns:a16="http://schemas.microsoft.com/office/drawing/2014/main" id="{ECFF481F-C61F-41B3-810B-CB6887686D98}"/>
              </a:ext>
            </a:extLst>
          </p:cNvPr>
          <p:cNvCxnSpPr>
            <a:cxnSpLocks/>
          </p:cNvCxnSpPr>
          <p:nvPr/>
        </p:nvCxnSpPr>
        <p:spPr>
          <a:xfrm>
            <a:off x="4384778" y="5513339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necteur droit 294">
            <a:extLst>
              <a:ext uri="{FF2B5EF4-FFF2-40B4-BE49-F238E27FC236}">
                <a16:creationId xmlns:a16="http://schemas.microsoft.com/office/drawing/2014/main" id="{9DF95FC5-CEBF-4B1D-9A36-C8AB0EFB1DCC}"/>
              </a:ext>
            </a:extLst>
          </p:cNvPr>
          <p:cNvCxnSpPr>
            <a:cxnSpLocks/>
          </p:cNvCxnSpPr>
          <p:nvPr/>
        </p:nvCxnSpPr>
        <p:spPr>
          <a:xfrm>
            <a:off x="4322892" y="5528182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eur droit 295">
            <a:extLst>
              <a:ext uri="{FF2B5EF4-FFF2-40B4-BE49-F238E27FC236}">
                <a16:creationId xmlns:a16="http://schemas.microsoft.com/office/drawing/2014/main" id="{B393764A-2C21-4733-96D0-33FF289D8735}"/>
              </a:ext>
            </a:extLst>
          </p:cNvPr>
          <p:cNvCxnSpPr>
            <a:cxnSpLocks/>
          </p:cNvCxnSpPr>
          <p:nvPr/>
        </p:nvCxnSpPr>
        <p:spPr>
          <a:xfrm flipV="1">
            <a:off x="4327841" y="5518684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necteur droit 296">
            <a:extLst>
              <a:ext uri="{FF2B5EF4-FFF2-40B4-BE49-F238E27FC236}">
                <a16:creationId xmlns:a16="http://schemas.microsoft.com/office/drawing/2014/main" id="{69375525-2A13-4213-B442-734024713388}"/>
              </a:ext>
            </a:extLst>
          </p:cNvPr>
          <p:cNvCxnSpPr>
            <a:cxnSpLocks/>
          </p:cNvCxnSpPr>
          <p:nvPr/>
        </p:nvCxnSpPr>
        <p:spPr>
          <a:xfrm flipH="1" flipV="1">
            <a:off x="4280860" y="5503364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eur droit 297">
            <a:extLst>
              <a:ext uri="{FF2B5EF4-FFF2-40B4-BE49-F238E27FC236}">
                <a16:creationId xmlns:a16="http://schemas.microsoft.com/office/drawing/2014/main" id="{6B9DD8D8-226A-4A13-9678-6943869F6980}"/>
              </a:ext>
            </a:extLst>
          </p:cNvPr>
          <p:cNvCxnSpPr>
            <a:cxnSpLocks/>
          </p:cNvCxnSpPr>
          <p:nvPr/>
        </p:nvCxnSpPr>
        <p:spPr>
          <a:xfrm flipH="1" flipV="1">
            <a:off x="4351830" y="5493429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necteur droit 298">
            <a:extLst>
              <a:ext uri="{FF2B5EF4-FFF2-40B4-BE49-F238E27FC236}">
                <a16:creationId xmlns:a16="http://schemas.microsoft.com/office/drawing/2014/main" id="{17D85F37-1A91-4E9B-A2E7-84BB78DD4FA1}"/>
              </a:ext>
            </a:extLst>
          </p:cNvPr>
          <p:cNvCxnSpPr>
            <a:cxnSpLocks/>
          </p:cNvCxnSpPr>
          <p:nvPr/>
        </p:nvCxnSpPr>
        <p:spPr>
          <a:xfrm flipH="1" flipV="1">
            <a:off x="4274663" y="5547973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Connecteur droit 299">
            <a:extLst>
              <a:ext uri="{FF2B5EF4-FFF2-40B4-BE49-F238E27FC236}">
                <a16:creationId xmlns:a16="http://schemas.microsoft.com/office/drawing/2014/main" id="{DF53E2A2-8AAD-4C29-B2CF-CD05AB2AEA9E}"/>
              </a:ext>
            </a:extLst>
          </p:cNvPr>
          <p:cNvCxnSpPr>
            <a:cxnSpLocks/>
          </p:cNvCxnSpPr>
          <p:nvPr/>
        </p:nvCxnSpPr>
        <p:spPr>
          <a:xfrm flipV="1">
            <a:off x="4323671" y="5563575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1" name="Connecteur droit 300">
            <a:extLst>
              <a:ext uri="{FF2B5EF4-FFF2-40B4-BE49-F238E27FC236}">
                <a16:creationId xmlns:a16="http://schemas.microsoft.com/office/drawing/2014/main" id="{E904484B-B4FE-4A71-A1F3-5FD1C3616F4C}"/>
              </a:ext>
            </a:extLst>
          </p:cNvPr>
          <p:cNvCxnSpPr>
            <a:cxnSpLocks/>
          </p:cNvCxnSpPr>
          <p:nvPr/>
        </p:nvCxnSpPr>
        <p:spPr>
          <a:xfrm flipV="1">
            <a:off x="4276881" y="5498167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eur droit 301">
            <a:extLst>
              <a:ext uri="{FF2B5EF4-FFF2-40B4-BE49-F238E27FC236}">
                <a16:creationId xmlns:a16="http://schemas.microsoft.com/office/drawing/2014/main" id="{8676A451-020D-44AE-8B77-0A6F5DC6A741}"/>
              </a:ext>
            </a:extLst>
          </p:cNvPr>
          <p:cNvCxnSpPr>
            <a:cxnSpLocks/>
          </p:cNvCxnSpPr>
          <p:nvPr/>
        </p:nvCxnSpPr>
        <p:spPr>
          <a:xfrm flipV="1">
            <a:off x="4271480" y="5491964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eur droit 302">
            <a:extLst>
              <a:ext uri="{FF2B5EF4-FFF2-40B4-BE49-F238E27FC236}">
                <a16:creationId xmlns:a16="http://schemas.microsoft.com/office/drawing/2014/main" id="{21537420-E474-495C-99A4-4511BF608272}"/>
              </a:ext>
            </a:extLst>
          </p:cNvPr>
          <p:cNvCxnSpPr>
            <a:cxnSpLocks/>
          </p:cNvCxnSpPr>
          <p:nvPr/>
        </p:nvCxnSpPr>
        <p:spPr>
          <a:xfrm>
            <a:off x="5949485" y="5017039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necteur droit 303">
            <a:extLst>
              <a:ext uri="{FF2B5EF4-FFF2-40B4-BE49-F238E27FC236}">
                <a16:creationId xmlns:a16="http://schemas.microsoft.com/office/drawing/2014/main" id="{4773E2D4-2E7D-4B59-8679-99C5ECB28CD9}"/>
              </a:ext>
            </a:extLst>
          </p:cNvPr>
          <p:cNvCxnSpPr>
            <a:cxnSpLocks/>
          </p:cNvCxnSpPr>
          <p:nvPr/>
        </p:nvCxnSpPr>
        <p:spPr>
          <a:xfrm flipH="1">
            <a:off x="6990598" y="5403528"/>
            <a:ext cx="1535804" cy="15726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necteur droit 304">
            <a:extLst>
              <a:ext uri="{FF2B5EF4-FFF2-40B4-BE49-F238E27FC236}">
                <a16:creationId xmlns:a16="http://schemas.microsoft.com/office/drawing/2014/main" id="{A0011CF4-2022-484D-B2C9-F0DE7C4E8D30}"/>
              </a:ext>
            </a:extLst>
          </p:cNvPr>
          <p:cNvCxnSpPr>
            <a:cxnSpLocks/>
          </p:cNvCxnSpPr>
          <p:nvPr/>
        </p:nvCxnSpPr>
        <p:spPr>
          <a:xfrm>
            <a:off x="5949484" y="5017039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necteur droit 305">
            <a:extLst>
              <a:ext uri="{FF2B5EF4-FFF2-40B4-BE49-F238E27FC236}">
                <a16:creationId xmlns:a16="http://schemas.microsoft.com/office/drawing/2014/main" id="{BF7B8125-2F8D-417E-9590-F91AF48DD50C}"/>
              </a:ext>
            </a:extLst>
          </p:cNvPr>
          <p:cNvCxnSpPr>
            <a:cxnSpLocks/>
          </p:cNvCxnSpPr>
          <p:nvPr/>
        </p:nvCxnSpPr>
        <p:spPr>
          <a:xfrm>
            <a:off x="5949485" y="5060805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necteur droit 306">
            <a:extLst>
              <a:ext uri="{FF2B5EF4-FFF2-40B4-BE49-F238E27FC236}">
                <a16:creationId xmlns:a16="http://schemas.microsoft.com/office/drawing/2014/main" id="{79093E58-8494-44ED-AA3C-257D861EA343}"/>
              </a:ext>
            </a:extLst>
          </p:cNvPr>
          <p:cNvCxnSpPr>
            <a:cxnSpLocks/>
          </p:cNvCxnSpPr>
          <p:nvPr/>
        </p:nvCxnSpPr>
        <p:spPr>
          <a:xfrm>
            <a:off x="8526402" y="5405762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eur droit 307">
            <a:extLst>
              <a:ext uri="{FF2B5EF4-FFF2-40B4-BE49-F238E27FC236}">
                <a16:creationId xmlns:a16="http://schemas.microsoft.com/office/drawing/2014/main" id="{D2E3C717-EE8D-4311-B633-7F97425BFD9B}"/>
              </a:ext>
            </a:extLst>
          </p:cNvPr>
          <p:cNvCxnSpPr>
            <a:cxnSpLocks/>
          </p:cNvCxnSpPr>
          <p:nvPr/>
        </p:nvCxnSpPr>
        <p:spPr>
          <a:xfrm flipH="1">
            <a:off x="6990598" y="5449528"/>
            <a:ext cx="1535804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necteur droit 308">
            <a:extLst>
              <a:ext uri="{FF2B5EF4-FFF2-40B4-BE49-F238E27FC236}">
                <a16:creationId xmlns:a16="http://schemas.microsoft.com/office/drawing/2014/main" id="{D0A206E4-1030-4758-B319-E364F4325360}"/>
              </a:ext>
            </a:extLst>
          </p:cNvPr>
          <p:cNvCxnSpPr>
            <a:cxnSpLocks/>
          </p:cNvCxnSpPr>
          <p:nvPr/>
        </p:nvCxnSpPr>
        <p:spPr>
          <a:xfrm>
            <a:off x="6988844" y="5560790"/>
            <a:ext cx="1754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0" name="Image 309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BAC7DD01-FF78-4C0A-A9EC-831567AA7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699" y="5967356"/>
            <a:ext cx="214699" cy="214699"/>
          </a:xfrm>
          <a:prstGeom prst="rect">
            <a:avLst/>
          </a:prstGeom>
        </p:spPr>
      </p:pic>
      <p:cxnSp>
        <p:nvCxnSpPr>
          <p:cNvPr id="311" name="Connecteur droit 310">
            <a:extLst>
              <a:ext uri="{FF2B5EF4-FFF2-40B4-BE49-F238E27FC236}">
                <a16:creationId xmlns:a16="http://schemas.microsoft.com/office/drawing/2014/main" id="{9FB05264-10A7-4CDC-B360-E488DCD0CED4}"/>
              </a:ext>
            </a:extLst>
          </p:cNvPr>
          <p:cNvCxnSpPr>
            <a:cxnSpLocks/>
          </p:cNvCxnSpPr>
          <p:nvPr/>
        </p:nvCxnSpPr>
        <p:spPr>
          <a:xfrm>
            <a:off x="6099699" y="5133886"/>
            <a:ext cx="0" cy="867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onnecteur droit 311">
            <a:extLst>
              <a:ext uri="{FF2B5EF4-FFF2-40B4-BE49-F238E27FC236}">
                <a16:creationId xmlns:a16="http://schemas.microsoft.com/office/drawing/2014/main" id="{18864D15-4C90-4B70-A8EA-4EAC9CBEC8E1}"/>
              </a:ext>
            </a:extLst>
          </p:cNvPr>
          <p:cNvCxnSpPr>
            <a:cxnSpLocks/>
          </p:cNvCxnSpPr>
          <p:nvPr/>
        </p:nvCxnSpPr>
        <p:spPr>
          <a:xfrm>
            <a:off x="6133818" y="5156834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necteur droit 312">
            <a:extLst>
              <a:ext uri="{FF2B5EF4-FFF2-40B4-BE49-F238E27FC236}">
                <a16:creationId xmlns:a16="http://schemas.microsoft.com/office/drawing/2014/main" id="{E003048E-FCF8-4A56-9388-7A55F1186D36}"/>
              </a:ext>
            </a:extLst>
          </p:cNvPr>
          <p:cNvCxnSpPr>
            <a:cxnSpLocks/>
          </p:cNvCxnSpPr>
          <p:nvPr/>
        </p:nvCxnSpPr>
        <p:spPr>
          <a:xfrm>
            <a:off x="6153988" y="5174495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necteur droit 313">
            <a:extLst>
              <a:ext uri="{FF2B5EF4-FFF2-40B4-BE49-F238E27FC236}">
                <a16:creationId xmlns:a16="http://schemas.microsoft.com/office/drawing/2014/main" id="{498E874E-3CA4-43C1-AC43-AD518F9BF4EF}"/>
              </a:ext>
            </a:extLst>
          </p:cNvPr>
          <p:cNvCxnSpPr>
            <a:cxnSpLocks/>
          </p:cNvCxnSpPr>
          <p:nvPr/>
        </p:nvCxnSpPr>
        <p:spPr>
          <a:xfrm flipV="1">
            <a:off x="6133818" y="5978234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eur droit 314">
            <a:extLst>
              <a:ext uri="{FF2B5EF4-FFF2-40B4-BE49-F238E27FC236}">
                <a16:creationId xmlns:a16="http://schemas.microsoft.com/office/drawing/2014/main" id="{539DD338-8DD7-4D62-8946-07DDB56D4BCD}"/>
              </a:ext>
            </a:extLst>
          </p:cNvPr>
          <p:cNvCxnSpPr>
            <a:cxnSpLocks/>
          </p:cNvCxnSpPr>
          <p:nvPr/>
        </p:nvCxnSpPr>
        <p:spPr>
          <a:xfrm>
            <a:off x="6094049" y="5997343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6" name="Image 315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3B3238DA-9547-4757-AC38-2BB3C3AFD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358" y="6391425"/>
            <a:ext cx="214699" cy="214699"/>
          </a:xfrm>
          <a:prstGeom prst="rect">
            <a:avLst/>
          </a:prstGeom>
        </p:spPr>
      </p:pic>
      <p:cxnSp>
        <p:nvCxnSpPr>
          <p:cNvPr id="317" name="Connecteur droit 316">
            <a:extLst>
              <a:ext uri="{FF2B5EF4-FFF2-40B4-BE49-F238E27FC236}">
                <a16:creationId xmlns:a16="http://schemas.microsoft.com/office/drawing/2014/main" id="{96BD13CC-4389-4DE5-AF02-0344273997D9}"/>
              </a:ext>
            </a:extLst>
          </p:cNvPr>
          <p:cNvCxnSpPr>
            <a:cxnSpLocks/>
          </p:cNvCxnSpPr>
          <p:nvPr/>
        </p:nvCxnSpPr>
        <p:spPr>
          <a:xfrm>
            <a:off x="7047933" y="5604556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necteur droit 317">
            <a:extLst>
              <a:ext uri="{FF2B5EF4-FFF2-40B4-BE49-F238E27FC236}">
                <a16:creationId xmlns:a16="http://schemas.microsoft.com/office/drawing/2014/main" id="{88E12A97-5036-4B67-8778-71822797A9E7}"/>
              </a:ext>
            </a:extLst>
          </p:cNvPr>
          <p:cNvCxnSpPr>
            <a:cxnSpLocks/>
          </p:cNvCxnSpPr>
          <p:nvPr/>
        </p:nvCxnSpPr>
        <p:spPr>
          <a:xfrm>
            <a:off x="7016708" y="5604556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necteur droit 318">
            <a:extLst>
              <a:ext uri="{FF2B5EF4-FFF2-40B4-BE49-F238E27FC236}">
                <a16:creationId xmlns:a16="http://schemas.microsoft.com/office/drawing/2014/main" id="{D3FE3367-A184-4563-8D24-50887799799F}"/>
              </a:ext>
            </a:extLst>
          </p:cNvPr>
          <p:cNvCxnSpPr>
            <a:cxnSpLocks/>
          </p:cNvCxnSpPr>
          <p:nvPr/>
        </p:nvCxnSpPr>
        <p:spPr>
          <a:xfrm>
            <a:off x="7068388" y="5604556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>
            <a:extLst>
              <a:ext uri="{FF2B5EF4-FFF2-40B4-BE49-F238E27FC236}">
                <a16:creationId xmlns:a16="http://schemas.microsoft.com/office/drawing/2014/main" id="{6E4A2BE0-7A04-434C-9098-769FB6C89F07}"/>
              </a:ext>
            </a:extLst>
          </p:cNvPr>
          <p:cNvCxnSpPr>
            <a:cxnSpLocks/>
          </p:cNvCxnSpPr>
          <p:nvPr/>
        </p:nvCxnSpPr>
        <p:spPr>
          <a:xfrm>
            <a:off x="7016708" y="6421283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necteur droit 320">
            <a:extLst>
              <a:ext uri="{FF2B5EF4-FFF2-40B4-BE49-F238E27FC236}">
                <a16:creationId xmlns:a16="http://schemas.microsoft.com/office/drawing/2014/main" id="{E2D1D15C-CB3D-4452-9999-8B41573C9024}"/>
              </a:ext>
            </a:extLst>
          </p:cNvPr>
          <p:cNvCxnSpPr>
            <a:cxnSpLocks/>
          </p:cNvCxnSpPr>
          <p:nvPr/>
        </p:nvCxnSpPr>
        <p:spPr>
          <a:xfrm flipV="1">
            <a:off x="7045647" y="6406290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Connecteur droit 321">
            <a:extLst>
              <a:ext uri="{FF2B5EF4-FFF2-40B4-BE49-F238E27FC236}">
                <a16:creationId xmlns:a16="http://schemas.microsoft.com/office/drawing/2014/main" id="{A38580FE-C2C0-44EF-980A-44CEE891CAB3}"/>
              </a:ext>
            </a:extLst>
          </p:cNvPr>
          <p:cNvCxnSpPr>
            <a:cxnSpLocks/>
          </p:cNvCxnSpPr>
          <p:nvPr/>
        </p:nvCxnSpPr>
        <p:spPr>
          <a:xfrm>
            <a:off x="7487574" y="4862011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necteur droit 322">
            <a:extLst>
              <a:ext uri="{FF2B5EF4-FFF2-40B4-BE49-F238E27FC236}">
                <a16:creationId xmlns:a16="http://schemas.microsoft.com/office/drawing/2014/main" id="{6CDE616D-FD38-45F4-8398-C684C63F07C7}"/>
              </a:ext>
            </a:extLst>
          </p:cNvPr>
          <p:cNvCxnSpPr>
            <a:cxnSpLocks/>
          </p:cNvCxnSpPr>
          <p:nvPr/>
        </p:nvCxnSpPr>
        <p:spPr>
          <a:xfrm>
            <a:off x="7456349" y="4862011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necteur droit 323">
            <a:extLst>
              <a:ext uri="{FF2B5EF4-FFF2-40B4-BE49-F238E27FC236}">
                <a16:creationId xmlns:a16="http://schemas.microsoft.com/office/drawing/2014/main" id="{56CF2A10-BE45-467D-BAF5-C0D75B4F6CA1}"/>
              </a:ext>
            </a:extLst>
          </p:cNvPr>
          <p:cNvCxnSpPr>
            <a:cxnSpLocks/>
          </p:cNvCxnSpPr>
          <p:nvPr/>
        </p:nvCxnSpPr>
        <p:spPr>
          <a:xfrm>
            <a:off x="7508029" y="4862011"/>
            <a:ext cx="0" cy="80373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Connecteur droit 324">
            <a:extLst>
              <a:ext uri="{FF2B5EF4-FFF2-40B4-BE49-F238E27FC236}">
                <a16:creationId xmlns:a16="http://schemas.microsoft.com/office/drawing/2014/main" id="{0BFCE9A0-A697-4E94-A9AC-2B20EFF0AEC3}"/>
              </a:ext>
            </a:extLst>
          </p:cNvPr>
          <p:cNvCxnSpPr>
            <a:cxnSpLocks/>
          </p:cNvCxnSpPr>
          <p:nvPr/>
        </p:nvCxnSpPr>
        <p:spPr>
          <a:xfrm>
            <a:off x="7485288" y="4862011"/>
            <a:ext cx="1041114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necteur droit 325">
            <a:extLst>
              <a:ext uri="{FF2B5EF4-FFF2-40B4-BE49-F238E27FC236}">
                <a16:creationId xmlns:a16="http://schemas.microsoft.com/office/drawing/2014/main" id="{D44FBA4E-A6BF-4BE4-BC28-BF3E8C31D0FF}"/>
              </a:ext>
            </a:extLst>
          </p:cNvPr>
          <p:cNvCxnSpPr>
            <a:cxnSpLocks/>
          </p:cNvCxnSpPr>
          <p:nvPr/>
        </p:nvCxnSpPr>
        <p:spPr>
          <a:xfrm flipH="1">
            <a:off x="5949486" y="4862011"/>
            <a:ext cx="1535802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7" name="Image 326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0762392E-2F83-4610-BAD1-D8DE24EFA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999" y="5632176"/>
            <a:ext cx="214699" cy="214699"/>
          </a:xfrm>
          <a:prstGeom prst="rect">
            <a:avLst/>
          </a:prstGeom>
        </p:spPr>
      </p:pic>
      <p:cxnSp>
        <p:nvCxnSpPr>
          <p:cNvPr id="328" name="Connecteur droit 327">
            <a:extLst>
              <a:ext uri="{FF2B5EF4-FFF2-40B4-BE49-F238E27FC236}">
                <a16:creationId xmlns:a16="http://schemas.microsoft.com/office/drawing/2014/main" id="{22FECADC-AE2C-4009-B2C3-CAE51E3CC87D}"/>
              </a:ext>
            </a:extLst>
          </p:cNvPr>
          <p:cNvCxnSpPr>
            <a:cxnSpLocks/>
          </p:cNvCxnSpPr>
          <p:nvPr/>
        </p:nvCxnSpPr>
        <p:spPr>
          <a:xfrm>
            <a:off x="7457050" y="5673962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necteur droit 328">
            <a:extLst>
              <a:ext uri="{FF2B5EF4-FFF2-40B4-BE49-F238E27FC236}">
                <a16:creationId xmlns:a16="http://schemas.microsoft.com/office/drawing/2014/main" id="{8DE3902E-C57A-4DF8-872A-B8955568EB85}"/>
              </a:ext>
            </a:extLst>
          </p:cNvPr>
          <p:cNvCxnSpPr>
            <a:cxnSpLocks/>
          </p:cNvCxnSpPr>
          <p:nvPr/>
        </p:nvCxnSpPr>
        <p:spPr>
          <a:xfrm flipV="1">
            <a:off x="7485989" y="5658969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necteur droit 329">
            <a:extLst>
              <a:ext uri="{FF2B5EF4-FFF2-40B4-BE49-F238E27FC236}">
                <a16:creationId xmlns:a16="http://schemas.microsoft.com/office/drawing/2014/main" id="{9F5C215B-8B42-4D93-9E5C-EC17A75239F9}"/>
              </a:ext>
            </a:extLst>
          </p:cNvPr>
          <p:cNvCxnSpPr>
            <a:cxnSpLocks/>
          </p:cNvCxnSpPr>
          <p:nvPr/>
        </p:nvCxnSpPr>
        <p:spPr>
          <a:xfrm>
            <a:off x="7457050" y="5552848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onnecteur droit 330">
            <a:extLst>
              <a:ext uri="{FF2B5EF4-FFF2-40B4-BE49-F238E27FC236}">
                <a16:creationId xmlns:a16="http://schemas.microsoft.com/office/drawing/2014/main" id="{92A91A2B-4FA0-4D39-9FA8-6F1D567F7BB8}"/>
              </a:ext>
            </a:extLst>
          </p:cNvPr>
          <p:cNvCxnSpPr>
            <a:cxnSpLocks/>
          </p:cNvCxnSpPr>
          <p:nvPr/>
        </p:nvCxnSpPr>
        <p:spPr>
          <a:xfrm>
            <a:off x="7508730" y="5552848"/>
            <a:ext cx="0" cy="12111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eur droit 331">
            <a:extLst>
              <a:ext uri="{FF2B5EF4-FFF2-40B4-BE49-F238E27FC236}">
                <a16:creationId xmlns:a16="http://schemas.microsoft.com/office/drawing/2014/main" id="{69B67E73-19FB-4F37-B77B-C0C802E64585}"/>
              </a:ext>
            </a:extLst>
          </p:cNvPr>
          <p:cNvCxnSpPr>
            <a:cxnSpLocks/>
          </p:cNvCxnSpPr>
          <p:nvPr/>
        </p:nvCxnSpPr>
        <p:spPr>
          <a:xfrm>
            <a:off x="7489709" y="5552848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3" name="Image 332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0242EE37-08E8-4A3B-8C3D-22094FD8D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815" y="6284075"/>
            <a:ext cx="214699" cy="214699"/>
          </a:xfrm>
          <a:prstGeom prst="rect">
            <a:avLst/>
          </a:prstGeom>
        </p:spPr>
      </p:pic>
      <p:cxnSp>
        <p:nvCxnSpPr>
          <p:cNvPr id="334" name="Connecteur droit 333">
            <a:extLst>
              <a:ext uri="{FF2B5EF4-FFF2-40B4-BE49-F238E27FC236}">
                <a16:creationId xmlns:a16="http://schemas.microsoft.com/office/drawing/2014/main" id="{59F9DFCF-2416-4660-BA30-6DE757E195AB}"/>
              </a:ext>
            </a:extLst>
          </p:cNvPr>
          <p:cNvCxnSpPr>
            <a:cxnSpLocks/>
          </p:cNvCxnSpPr>
          <p:nvPr/>
        </p:nvCxnSpPr>
        <p:spPr>
          <a:xfrm>
            <a:off x="8494519" y="3571578"/>
            <a:ext cx="0" cy="181710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necteur droit 334">
            <a:extLst>
              <a:ext uri="{FF2B5EF4-FFF2-40B4-BE49-F238E27FC236}">
                <a16:creationId xmlns:a16="http://schemas.microsoft.com/office/drawing/2014/main" id="{AD971823-D201-4BC5-9605-80EC7873D2AC}"/>
              </a:ext>
            </a:extLst>
          </p:cNvPr>
          <p:cNvCxnSpPr>
            <a:cxnSpLocks/>
          </p:cNvCxnSpPr>
          <p:nvPr/>
        </p:nvCxnSpPr>
        <p:spPr>
          <a:xfrm>
            <a:off x="8468679" y="3571578"/>
            <a:ext cx="0" cy="183195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necteur droit 335">
            <a:extLst>
              <a:ext uri="{FF2B5EF4-FFF2-40B4-BE49-F238E27FC236}">
                <a16:creationId xmlns:a16="http://schemas.microsoft.com/office/drawing/2014/main" id="{8CFD4507-FAFC-4EFB-AB1A-DC2BA3B6BA70}"/>
              </a:ext>
            </a:extLst>
          </p:cNvPr>
          <p:cNvCxnSpPr>
            <a:cxnSpLocks/>
          </p:cNvCxnSpPr>
          <p:nvPr/>
        </p:nvCxnSpPr>
        <p:spPr>
          <a:xfrm>
            <a:off x="8513349" y="3571578"/>
            <a:ext cx="1" cy="183656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necteur droit 336">
            <a:extLst>
              <a:ext uri="{FF2B5EF4-FFF2-40B4-BE49-F238E27FC236}">
                <a16:creationId xmlns:a16="http://schemas.microsoft.com/office/drawing/2014/main" id="{BECF7B26-A357-4DDA-9D75-ED71274428C6}"/>
              </a:ext>
            </a:extLst>
          </p:cNvPr>
          <p:cNvCxnSpPr>
            <a:cxnSpLocks/>
          </p:cNvCxnSpPr>
          <p:nvPr/>
        </p:nvCxnSpPr>
        <p:spPr>
          <a:xfrm flipH="1">
            <a:off x="8251260" y="3468435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cteur droit 337">
            <a:extLst>
              <a:ext uri="{FF2B5EF4-FFF2-40B4-BE49-F238E27FC236}">
                <a16:creationId xmlns:a16="http://schemas.microsoft.com/office/drawing/2014/main" id="{108E0E80-C889-4F23-B134-42153A6CB1EB}"/>
              </a:ext>
            </a:extLst>
          </p:cNvPr>
          <p:cNvCxnSpPr>
            <a:cxnSpLocks/>
          </p:cNvCxnSpPr>
          <p:nvPr/>
        </p:nvCxnSpPr>
        <p:spPr>
          <a:xfrm flipH="1">
            <a:off x="8355187" y="3533372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necteur droit 338">
            <a:extLst>
              <a:ext uri="{FF2B5EF4-FFF2-40B4-BE49-F238E27FC236}">
                <a16:creationId xmlns:a16="http://schemas.microsoft.com/office/drawing/2014/main" id="{FBC40899-4BD9-4DAE-ACF2-01BAAC3ABFAD}"/>
              </a:ext>
            </a:extLst>
          </p:cNvPr>
          <p:cNvCxnSpPr>
            <a:cxnSpLocks/>
          </p:cNvCxnSpPr>
          <p:nvPr/>
        </p:nvCxnSpPr>
        <p:spPr>
          <a:xfrm>
            <a:off x="8251260" y="3493125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onnecteur droit 339">
            <a:extLst>
              <a:ext uri="{FF2B5EF4-FFF2-40B4-BE49-F238E27FC236}">
                <a16:creationId xmlns:a16="http://schemas.microsoft.com/office/drawing/2014/main" id="{70519DC7-7378-4AB4-8B18-6154B99962A7}"/>
              </a:ext>
            </a:extLst>
          </p:cNvPr>
          <p:cNvCxnSpPr>
            <a:cxnSpLocks/>
          </p:cNvCxnSpPr>
          <p:nvPr/>
        </p:nvCxnSpPr>
        <p:spPr>
          <a:xfrm>
            <a:off x="8452508" y="3468435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necteur droit 340">
            <a:extLst>
              <a:ext uri="{FF2B5EF4-FFF2-40B4-BE49-F238E27FC236}">
                <a16:creationId xmlns:a16="http://schemas.microsoft.com/office/drawing/2014/main" id="{1583E4EE-A71A-4881-BF9C-906106A13FE6}"/>
              </a:ext>
            </a:extLst>
          </p:cNvPr>
          <p:cNvCxnSpPr>
            <a:cxnSpLocks/>
          </p:cNvCxnSpPr>
          <p:nvPr/>
        </p:nvCxnSpPr>
        <p:spPr>
          <a:xfrm>
            <a:off x="8251260" y="3487867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onnecteur droit 341">
            <a:extLst>
              <a:ext uri="{FF2B5EF4-FFF2-40B4-BE49-F238E27FC236}">
                <a16:creationId xmlns:a16="http://schemas.microsoft.com/office/drawing/2014/main" id="{C6A75EC0-0824-40DF-BF79-4A80117AC236}"/>
              </a:ext>
            </a:extLst>
          </p:cNvPr>
          <p:cNvCxnSpPr>
            <a:cxnSpLocks/>
          </p:cNvCxnSpPr>
          <p:nvPr/>
        </p:nvCxnSpPr>
        <p:spPr>
          <a:xfrm>
            <a:off x="8355572" y="3549601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necteur droit 342">
            <a:extLst>
              <a:ext uri="{FF2B5EF4-FFF2-40B4-BE49-F238E27FC236}">
                <a16:creationId xmlns:a16="http://schemas.microsoft.com/office/drawing/2014/main" id="{327FCDE5-FF96-491C-8A4C-2A330C44A5E4}"/>
              </a:ext>
            </a:extLst>
          </p:cNvPr>
          <p:cNvCxnSpPr>
            <a:cxnSpLocks/>
          </p:cNvCxnSpPr>
          <p:nvPr/>
        </p:nvCxnSpPr>
        <p:spPr>
          <a:xfrm>
            <a:off x="8565377" y="3532639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necteur droit 343">
            <a:extLst>
              <a:ext uri="{FF2B5EF4-FFF2-40B4-BE49-F238E27FC236}">
                <a16:creationId xmlns:a16="http://schemas.microsoft.com/office/drawing/2014/main" id="{3CB1248B-5448-42A6-855E-9EFC1851F4F1}"/>
              </a:ext>
            </a:extLst>
          </p:cNvPr>
          <p:cNvCxnSpPr>
            <a:cxnSpLocks/>
          </p:cNvCxnSpPr>
          <p:nvPr/>
        </p:nvCxnSpPr>
        <p:spPr>
          <a:xfrm flipH="1">
            <a:off x="8355187" y="3565854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necteur droit 344">
            <a:extLst>
              <a:ext uri="{FF2B5EF4-FFF2-40B4-BE49-F238E27FC236}">
                <a16:creationId xmlns:a16="http://schemas.microsoft.com/office/drawing/2014/main" id="{D8D760A5-D806-44E4-891C-F88AC9670555}"/>
              </a:ext>
            </a:extLst>
          </p:cNvPr>
          <p:cNvCxnSpPr>
            <a:cxnSpLocks/>
          </p:cNvCxnSpPr>
          <p:nvPr/>
        </p:nvCxnSpPr>
        <p:spPr>
          <a:xfrm>
            <a:off x="8248924" y="3526613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Connecteur droit 345">
            <a:extLst>
              <a:ext uri="{FF2B5EF4-FFF2-40B4-BE49-F238E27FC236}">
                <a16:creationId xmlns:a16="http://schemas.microsoft.com/office/drawing/2014/main" id="{C0BE6629-40BC-4D1A-A962-D4C7FD17DD2B}"/>
              </a:ext>
            </a:extLst>
          </p:cNvPr>
          <p:cNvCxnSpPr>
            <a:cxnSpLocks/>
          </p:cNvCxnSpPr>
          <p:nvPr/>
        </p:nvCxnSpPr>
        <p:spPr>
          <a:xfrm flipV="1">
            <a:off x="8355759" y="3634107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necteur droit 346">
            <a:extLst>
              <a:ext uri="{FF2B5EF4-FFF2-40B4-BE49-F238E27FC236}">
                <a16:creationId xmlns:a16="http://schemas.microsoft.com/office/drawing/2014/main" id="{B3F88BF7-811B-47C0-A298-8E1ABCFDD6DA}"/>
              </a:ext>
            </a:extLst>
          </p:cNvPr>
          <p:cNvCxnSpPr>
            <a:cxnSpLocks/>
          </p:cNvCxnSpPr>
          <p:nvPr/>
        </p:nvCxnSpPr>
        <p:spPr>
          <a:xfrm>
            <a:off x="8359585" y="5472774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Connecteur droit 347">
            <a:extLst>
              <a:ext uri="{FF2B5EF4-FFF2-40B4-BE49-F238E27FC236}">
                <a16:creationId xmlns:a16="http://schemas.microsoft.com/office/drawing/2014/main" id="{E4684C82-85C6-4E62-BADB-3A0A446E032F}"/>
              </a:ext>
            </a:extLst>
          </p:cNvPr>
          <p:cNvCxnSpPr>
            <a:cxnSpLocks/>
          </p:cNvCxnSpPr>
          <p:nvPr/>
        </p:nvCxnSpPr>
        <p:spPr>
          <a:xfrm>
            <a:off x="8323962" y="5472773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Connecteur droit 348">
            <a:extLst>
              <a:ext uri="{FF2B5EF4-FFF2-40B4-BE49-F238E27FC236}">
                <a16:creationId xmlns:a16="http://schemas.microsoft.com/office/drawing/2014/main" id="{23F8FA4F-CA89-4A1C-A5A1-EE0800E44904}"/>
              </a:ext>
            </a:extLst>
          </p:cNvPr>
          <p:cNvCxnSpPr>
            <a:cxnSpLocks/>
          </p:cNvCxnSpPr>
          <p:nvPr/>
        </p:nvCxnSpPr>
        <p:spPr>
          <a:xfrm>
            <a:off x="8381297" y="5472773"/>
            <a:ext cx="0" cy="83309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onnecteur droit 349">
            <a:extLst>
              <a:ext uri="{FF2B5EF4-FFF2-40B4-BE49-F238E27FC236}">
                <a16:creationId xmlns:a16="http://schemas.microsoft.com/office/drawing/2014/main" id="{AEC7E501-583C-4DFD-BA03-3F30A24B9831}"/>
              </a:ext>
            </a:extLst>
          </p:cNvPr>
          <p:cNvCxnSpPr>
            <a:cxnSpLocks/>
          </p:cNvCxnSpPr>
          <p:nvPr/>
        </p:nvCxnSpPr>
        <p:spPr>
          <a:xfrm flipV="1">
            <a:off x="8355187" y="6300615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necteur droit 350">
            <a:extLst>
              <a:ext uri="{FF2B5EF4-FFF2-40B4-BE49-F238E27FC236}">
                <a16:creationId xmlns:a16="http://schemas.microsoft.com/office/drawing/2014/main" id="{FD553F79-2DFE-4ADA-9568-E00FCFEF78F8}"/>
              </a:ext>
            </a:extLst>
          </p:cNvPr>
          <p:cNvCxnSpPr>
            <a:cxnSpLocks/>
          </p:cNvCxnSpPr>
          <p:nvPr/>
        </p:nvCxnSpPr>
        <p:spPr>
          <a:xfrm>
            <a:off x="8319816" y="6317564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eur droit 351">
            <a:extLst>
              <a:ext uri="{FF2B5EF4-FFF2-40B4-BE49-F238E27FC236}">
                <a16:creationId xmlns:a16="http://schemas.microsoft.com/office/drawing/2014/main" id="{3D648C2F-DA73-4B3F-B011-5A7BB5E9EF9C}"/>
              </a:ext>
            </a:extLst>
          </p:cNvPr>
          <p:cNvCxnSpPr>
            <a:cxnSpLocks/>
          </p:cNvCxnSpPr>
          <p:nvPr/>
        </p:nvCxnSpPr>
        <p:spPr>
          <a:xfrm>
            <a:off x="7511282" y="4839060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eur droit 352">
            <a:extLst>
              <a:ext uri="{FF2B5EF4-FFF2-40B4-BE49-F238E27FC236}">
                <a16:creationId xmlns:a16="http://schemas.microsoft.com/office/drawing/2014/main" id="{0A7E426A-4652-4616-829B-830BA18CF9CD}"/>
              </a:ext>
            </a:extLst>
          </p:cNvPr>
          <p:cNvCxnSpPr>
            <a:cxnSpLocks/>
          </p:cNvCxnSpPr>
          <p:nvPr/>
        </p:nvCxnSpPr>
        <p:spPr>
          <a:xfrm>
            <a:off x="7449396" y="4853903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eur droit 353">
            <a:extLst>
              <a:ext uri="{FF2B5EF4-FFF2-40B4-BE49-F238E27FC236}">
                <a16:creationId xmlns:a16="http://schemas.microsoft.com/office/drawing/2014/main" id="{7172AD3D-ADD0-4B86-8446-CE246ABBEF7E}"/>
              </a:ext>
            </a:extLst>
          </p:cNvPr>
          <p:cNvCxnSpPr>
            <a:cxnSpLocks/>
          </p:cNvCxnSpPr>
          <p:nvPr/>
        </p:nvCxnSpPr>
        <p:spPr>
          <a:xfrm flipV="1">
            <a:off x="7449396" y="4844305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necteur droit 354">
            <a:extLst>
              <a:ext uri="{FF2B5EF4-FFF2-40B4-BE49-F238E27FC236}">
                <a16:creationId xmlns:a16="http://schemas.microsoft.com/office/drawing/2014/main" id="{2299FAD3-D71D-4EB5-A7C6-96C66C45CB66}"/>
              </a:ext>
            </a:extLst>
          </p:cNvPr>
          <p:cNvCxnSpPr>
            <a:cxnSpLocks/>
          </p:cNvCxnSpPr>
          <p:nvPr/>
        </p:nvCxnSpPr>
        <p:spPr>
          <a:xfrm flipH="1" flipV="1">
            <a:off x="7407364" y="4829085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necteur droit 355">
            <a:extLst>
              <a:ext uri="{FF2B5EF4-FFF2-40B4-BE49-F238E27FC236}">
                <a16:creationId xmlns:a16="http://schemas.microsoft.com/office/drawing/2014/main" id="{2AAB58EA-980A-4D47-B0CA-CBA91FE2C118}"/>
              </a:ext>
            </a:extLst>
          </p:cNvPr>
          <p:cNvCxnSpPr>
            <a:cxnSpLocks/>
          </p:cNvCxnSpPr>
          <p:nvPr/>
        </p:nvCxnSpPr>
        <p:spPr>
          <a:xfrm flipH="1" flipV="1">
            <a:off x="7478334" y="4819150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necteur droit 356">
            <a:extLst>
              <a:ext uri="{FF2B5EF4-FFF2-40B4-BE49-F238E27FC236}">
                <a16:creationId xmlns:a16="http://schemas.microsoft.com/office/drawing/2014/main" id="{992168C7-BDD1-4B71-BDCE-F8A76BD58338}"/>
              </a:ext>
            </a:extLst>
          </p:cNvPr>
          <p:cNvCxnSpPr>
            <a:cxnSpLocks/>
          </p:cNvCxnSpPr>
          <p:nvPr/>
        </p:nvCxnSpPr>
        <p:spPr>
          <a:xfrm flipH="1" flipV="1">
            <a:off x="7401167" y="4873694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onnecteur droit 357">
            <a:extLst>
              <a:ext uri="{FF2B5EF4-FFF2-40B4-BE49-F238E27FC236}">
                <a16:creationId xmlns:a16="http://schemas.microsoft.com/office/drawing/2014/main" id="{E8CF0088-6DF6-46D8-B9AD-F0778654DA3E}"/>
              </a:ext>
            </a:extLst>
          </p:cNvPr>
          <p:cNvCxnSpPr>
            <a:cxnSpLocks/>
          </p:cNvCxnSpPr>
          <p:nvPr/>
        </p:nvCxnSpPr>
        <p:spPr>
          <a:xfrm flipV="1">
            <a:off x="7450175" y="4889296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onnecteur droit 358">
            <a:extLst>
              <a:ext uri="{FF2B5EF4-FFF2-40B4-BE49-F238E27FC236}">
                <a16:creationId xmlns:a16="http://schemas.microsoft.com/office/drawing/2014/main" id="{21E86274-955D-4D87-B7FB-7E64AB1D719A}"/>
              </a:ext>
            </a:extLst>
          </p:cNvPr>
          <p:cNvCxnSpPr>
            <a:cxnSpLocks/>
          </p:cNvCxnSpPr>
          <p:nvPr/>
        </p:nvCxnSpPr>
        <p:spPr>
          <a:xfrm flipV="1">
            <a:off x="7403385" y="4823888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Connecteur droit 359">
            <a:extLst>
              <a:ext uri="{FF2B5EF4-FFF2-40B4-BE49-F238E27FC236}">
                <a16:creationId xmlns:a16="http://schemas.microsoft.com/office/drawing/2014/main" id="{D98FBAC6-C79F-4F99-9431-C3049147F6B9}"/>
              </a:ext>
            </a:extLst>
          </p:cNvPr>
          <p:cNvCxnSpPr>
            <a:cxnSpLocks/>
          </p:cNvCxnSpPr>
          <p:nvPr/>
        </p:nvCxnSpPr>
        <p:spPr>
          <a:xfrm flipV="1">
            <a:off x="7397984" y="4817685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Connecteur droit 360">
            <a:extLst>
              <a:ext uri="{FF2B5EF4-FFF2-40B4-BE49-F238E27FC236}">
                <a16:creationId xmlns:a16="http://schemas.microsoft.com/office/drawing/2014/main" id="{F9DD6D3E-FBF6-48B0-8987-6B5E5DA0DEF2}"/>
              </a:ext>
            </a:extLst>
          </p:cNvPr>
          <p:cNvCxnSpPr>
            <a:cxnSpLocks/>
          </p:cNvCxnSpPr>
          <p:nvPr/>
        </p:nvCxnSpPr>
        <p:spPr>
          <a:xfrm>
            <a:off x="7457875" y="4885822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necteur droit 361">
            <a:extLst>
              <a:ext uri="{FF2B5EF4-FFF2-40B4-BE49-F238E27FC236}">
                <a16:creationId xmlns:a16="http://schemas.microsoft.com/office/drawing/2014/main" id="{BDF0893B-3BC9-425F-832F-5DBAC6B11DEC}"/>
              </a:ext>
            </a:extLst>
          </p:cNvPr>
          <p:cNvCxnSpPr>
            <a:cxnSpLocks/>
          </p:cNvCxnSpPr>
          <p:nvPr/>
        </p:nvCxnSpPr>
        <p:spPr>
          <a:xfrm>
            <a:off x="7455655" y="4871340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necteur droit 362">
            <a:extLst>
              <a:ext uri="{FF2B5EF4-FFF2-40B4-BE49-F238E27FC236}">
                <a16:creationId xmlns:a16="http://schemas.microsoft.com/office/drawing/2014/main" id="{ECC0D175-0AE2-4692-A697-CBA677485714}"/>
              </a:ext>
            </a:extLst>
          </p:cNvPr>
          <p:cNvCxnSpPr>
            <a:cxnSpLocks/>
          </p:cNvCxnSpPr>
          <p:nvPr/>
        </p:nvCxnSpPr>
        <p:spPr>
          <a:xfrm>
            <a:off x="7410986" y="4860914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necteur droit 363">
            <a:extLst>
              <a:ext uri="{FF2B5EF4-FFF2-40B4-BE49-F238E27FC236}">
                <a16:creationId xmlns:a16="http://schemas.microsoft.com/office/drawing/2014/main" id="{307D1675-8E2B-4579-B75F-96C191043F9B}"/>
              </a:ext>
            </a:extLst>
          </p:cNvPr>
          <p:cNvCxnSpPr>
            <a:cxnSpLocks/>
          </p:cNvCxnSpPr>
          <p:nvPr/>
        </p:nvCxnSpPr>
        <p:spPr>
          <a:xfrm>
            <a:off x="7424192" y="4845470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Connecteur droit 364">
            <a:extLst>
              <a:ext uri="{FF2B5EF4-FFF2-40B4-BE49-F238E27FC236}">
                <a16:creationId xmlns:a16="http://schemas.microsoft.com/office/drawing/2014/main" id="{69838305-40CF-4E39-B409-E1FF485C3CD0}"/>
              </a:ext>
            </a:extLst>
          </p:cNvPr>
          <p:cNvCxnSpPr>
            <a:cxnSpLocks/>
          </p:cNvCxnSpPr>
          <p:nvPr/>
        </p:nvCxnSpPr>
        <p:spPr>
          <a:xfrm>
            <a:off x="7448460" y="4851198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onnecteur droit 365">
            <a:extLst>
              <a:ext uri="{FF2B5EF4-FFF2-40B4-BE49-F238E27FC236}">
                <a16:creationId xmlns:a16="http://schemas.microsoft.com/office/drawing/2014/main" id="{04E24F6F-3647-4E43-B14F-7D3D5D25DE1C}"/>
              </a:ext>
            </a:extLst>
          </p:cNvPr>
          <p:cNvCxnSpPr>
            <a:cxnSpLocks/>
          </p:cNvCxnSpPr>
          <p:nvPr/>
        </p:nvCxnSpPr>
        <p:spPr>
          <a:xfrm>
            <a:off x="7437961" y="484204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Connecteur droit 366">
            <a:extLst>
              <a:ext uri="{FF2B5EF4-FFF2-40B4-BE49-F238E27FC236}">
                <a16:creationId xmlns:a16="http://schemas.microsoft.com/office/drawing/2014/main" id="{F022F85D-0FF6-4742-B672-4758883C3DDB}"/>
              </a:ext>
            </a:extLst>
          </p:cNvPr>
          <p:cNvCxnSpPr>
            <a:cxnSpLocks/>
          </p:cNvCxnSpPr>
          <p:nvPr/>
        </p:nvCxnSpPr>
        <p:spPr>
          <a:xfrm>
            <a:off x="7408116" y="485602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Connecteur droit 367">
            <a:extLst>
              <a:ext uri="{FF2B5EF4-FFF2-40B4-BE49-F238E27FC236}">
                <a16:creationId xmlns:a16="http://schemas.microsoft.com/office/drawing/2014/main" id="{3B986D28-0C05-4FBD-8FA3-CE628F813DEB}"/>
              </a:ext>
            </a:extLst>
          </p:cNvPr>
          <p:cNvCxnSpPr>
            <a:cxnSpLocks/>
          </p:cNvCxnSpPr>
          <p:nvPr/>
        </p:nvCxnSpPr>
        <p:spPr>
          <a:xfrm>
            <a:off x="7437699" y="4872750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Connecteur droit 368">
            <a:extLst>
              <a:ext uri="{FF2B5EF4-FFF2-40B4-BE49-F238E27FC236}">
                <a16:creationId xmlns:a16="http://schemas.microsoft.com/office/drawing/2014/main" id="{100FC837-2046-497E-A29B-03791E3D2379}"/>
              </a:ext>
            </a:extLst>
          </p:cNvPr>
          <p:cNvCxnSpPr>
            <a:cxnSpLocks/>
          </p:cNvCxnSpPr>
          <p:nvPr/>
        </p:nvCxnSpPr>
        <p:spPr>
          <a:xfrm>
            <a:off x="7510503" y="4835696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necteur droit 369">
            <a:extLst>
              <a:ext uri="{FF2B5EF4-FFF2-40B4-BE49-F238E27FC236}">
                <a16:creationId xmlns:a16="http://schemas.microsoft.com/office/drawing/2014/main" id="{BC91DAD0-FB8F-4DC8-A3F6-3DA34FDADE32}"/>
              </a:ext>
            </a:extLst>
          </p:cNvPr>
          <p:cNvCxnSpPr>
            <a:cxnSpLocks/>
          </p:cNvCxnSpPr>
          <p:nvPr/>
        </p:nvCxnSpPr>
        <p:spPr>
          <a:xfrm>
            <a:off x="7448617" y="4850539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eur droit 370">
            <a:extLst>
              <a:ext uri="{FF2B5EF4-FFF2-40B4-BE49-F238E27FC236}">
                <a16:creationId xmlns:a16="http://schemas.microsoft.com/office/drawing/2014/main" id="{FA98A44E-EF2E-4458-BAC5-333C464EA708}"/>
              </a:ext>
            </a:extLst>
          </p:cNvPr>
          <p:cNvCxnSpPr>
            <a:cxnSpLocks/>
          </p:cNvCxnSpPr>
          <p:nvPr/>
        </p:nvCxnSpPr>
        <p:spPr>
          <a:xfrm flipV="1">
            <a:off x="7453566" y="4841041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Connecteur droit 371">
            <a:extLst>
              <a:ext uri="{FF2B5EF4-FFF2-40B4-BE49-F238E27FC236}">
                <a16:creationId xmlns:a16="http://schemas.microsoft.com/office/drawing/2014/main" id="{7FA34B2D-B869-44EB-8566-7A51ACCABB61}"/>
              </a:ext>
            </a:extLst>
          </p:cNvPr>
          <p:cNvCxnSpPr>
            <a:cxnSpLocks/>
          </p:cNvCxnSpPr>
          <p:nvPr/>
        </p:nvCxnSpPr>
        <p:spPr>
          <a:xfrm flipH="1" flipV="1">
            <a:off x="7406585" y="4825721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cteur droit 372">
            <a:extLst>
              <a:ext uri="{FF2B5EF4-FFF2-40B4-BE49-F238E27FC236}">
                <a16:creationId xmlns:a16="http://schemas.microsoft.com/office/drawing/2014/main" id="{C1A330D2-C765-4A14-A879-FD85FA24BF93}"/>
              </a:ext>
            </a:extLst>
          </p:cNvPr>
          <p:cNvCxnSpPr>
            <a:cxnSpLocks/>
          </p:cNvCxnSpPr>
          <p:nvPr/>
        </p:nvCxnSpPr>
        <p:spPr>
          <a:xfrm flipH="1" flipV="1">
            <a:off x="7477555" y="4815786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Connecteur droit 373">
            <a:extLst>
              <a:ext uri="{FF2B5EF4-FFF2-40B4-BE49-F238E27FC236}">
                <a16:creationId xmlns:a16="http://schemas.microsoft.com/office/drawing/2014/main" id="{F6AC88CF-2AA1-47F8-A400-D17D596E4AB4}"/>
              </a:ext>
            </a:extLst>
          </p:cNvPr>
          <p:cNvCxnSpPr>
            <a:cxnSpLocks/>
          </p:cNvCxnSpPr>
          <p:nvPr/>
        </p:nvCxnSpPr>
        <p:spPr>
          <a:xfrm flipH="1" flipV="1">
            <a:off x="7400388" y="4870330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onnecteur droit 374">
            <a:extLst>
              <a:ext uri="{FF2B5EF4-FFF2-40B4-BE49-F238E27FC236}">
                <a16:creationId xmlns:a16="http://schemas.microsoft.com/office/drawing/2014/main" id="{441732C5-4C3E-4A7D-8748-2E17BF275529}"/>
              </a:ext>
            </a:extLst>
          </p:cNvPr>
          <p:cNvCxnSpPr>
            <a:cxnSpLocks/>
          </p:cNvCxnSpPr>
          <p:nvPr/>
        </p:nvCxnSpPr>
        <p:spPr>
          <a:xfrm flipV="1">
            <a:off x="7449396" y="4885932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6" name="Connecteur droit 375">
            <a:extLst>
              <a:ext uri="{FF2B5EF4-FFF2-40B4-BE49-F238E27FC236}">
                <a16:creationId xmlns:a16="http://schemas.microsoft.com/office/drawing/2014/main" id="{BA0DFE62-0276-4DA1-9983-FEC8A56F877B}"/>
              </a:ext>
            </a:extLst>
          </p:cNvPr>
          <p:cNvCxnSpPr>
            <a:cxnSpLocks/>
          </p:cNvCxnSpPr>
          <p:nvPr/>
        </p:nvCxnSpPr>
        <p:spPr>
          <a:xfrm flipV="1">
            <a:off x="7402606" y="4820524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onnecteur droit 376">
            <a:extLst>
              <a:ext uri="{FF2B5EF4-FFF2-40B4-BE49-F238E27FC236}">
                <a16:creationId xmlns:a16="http://schemas.microsoft.com/office/drawing/2014/main" id="{80272BE0-3C47-4BA0-B163-9C0A73EAE691}"/>
              </a:ext>
            </a:extLst>
          </p:cNvPr>
          <p:cNvCxnSpPr>
            <a:cxnSpLocks/>
          </p:cNvCxnSpPr>
          <p:nvPr/>
        </p:nvCxnSpPr>
        <p:spPr>
          <a:xfrm flipV="1">
            <a:off x="7397205" y="4814321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cteur droit 377">
            <a:extLst>
              <a:ext uri="{FF2B5EF4-FFF2-40B4-BE49-F238E27FC236}">
                <a16:creationId xmlns:a16="http://schemas.microsoft.com/office/drawing/2014/main" id="{DB8A7221-98EA-4413-A65D-528B412C25CF}"/>
              </a:ext>
            </a:extLst>
          </p:cNvPr>
          <p:cNvCxnSpPr>
            <a:cxnSpLocks/>
          </p:cNvCxnSpPr>
          <p:nvPr/>
        </p:nvCxnSpPr>
        <p:spPr>
          <a:xfrm>
            <a:off x="8306814" y="3558791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onnecteur droit 378">
            <a:extLst>
              <a:ext uri="{FF2B5EF4-FFF2-40B4-BE49-F238E27FC236}">
                <a16:creationId xmlns:a16="http://schemas.microsoft.com/office/drawing/2014/main" id="{D13A31C7-C56C-4501-8278-F482B397BAAD}"/>
              </a:ext>
            </a:extLst>
          </p:cNvPr>
          <p:cNvCxnSpPr>
            <a:cxnSpLocks/>
          </p:cNvCxnSpPr>
          <p:nvPr/>
        </p:nvCxnSpPr>
        <p:spPr>
          <a:xfrm>
            <a:off x="8299408" y="3613133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Connecteur droit 379">
            <a:extLst>
              <a:ext uri="{FF2B5EF4-FFF2-40B4-BE49-F238E27FC236}">
                <a16:creationId xmlns:a16="http://schemas.microsoft.com/office/drawing/2014/main" id="{994C3238-3A8B-4F0E-B964-A6BFE06A64ED}"/>
              </a:ext>
            </a:extLst>
          </p:cNvPr>
          <p:cNvCxnSpPr>
            <a:cxnSpLocks/>
          </p:cNvCxnSpPr>
          <p:nvPr/>
        </p:nvCxnSpPr>
        <p:spPr>
          <a:xfrm>
            <a:off x="8352851" y="3585356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eur droit 380">
            <a:extLst>
              <a:ext uri="{FF2B5EF4-FFF2-40B4-BE49-F238E27FC236}">
                <a16:creationId xmlns:a16="http://schemas.microsoft.com/office/drawing/2014/main" id="{A1B3EA1D-BB16-49D8-A6D9-638A79FC62CD}"/>
              </a:ext>
            </a:extLst>
          </p:cNvPr>
          <p:cNvCxnSpPr>
            <a:cxnSpLocks/>
          </p:cNvCxnSpPr>
          <p:nvPr/>
        </p:nvCxnSpPr>
        <p:spPr>
          <a:xfrm>
            <a:off x="8417137" y="3584465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Connecteur droit 381">
            <a:extLst>
              <a:ext uri="{FF2B5EF4-FFF2-40B4-BE49-F238E27FC236}">
                <a16:creationId xmlns:a16="http://schemas.microsoft.com/office/drawing/2014/main" id="{F4CB2F35-C654-458E-B367-0775D2E76673}"/>
              </a:ext>
            </a:extLst>
          </p:cNvPr>
          <p:cNvCxnSpPr>
            <a:cxnSpLocks/>
          </p:cNvCxnSpPr>
          <p:nvPr/>
        </p:nvCxnSpPr>
        <p:spPr>
          <a:xfrm>
            <a:off x="8317615" y="3600704"/>
            <a:ext cx="43968" cy="267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Connecteur droit 382">
            <a:extLst>
              <a:ext uri="{FF2B5EF4-FFF2-40B4-BE49-F238E27FC236}">
                <a16:creationId xmlns:a16="http://schemas.microsoft.com/office/drawing/2014/main" id="{75BC6774-CA33-4B1D-B2DE-495BFE8487A3}"/>
              </a:ext>
            </a:extLst>
          </p:cNvPr>
          <p:cNvCxnSpPr>
            <a:cxnSpLocks/>
          </p:cNvCxnSpPr>
          <p:nvPr/>
        </p:nvCxnSpPr>
        <p:spPr>
          <a:xfrm>
            <a:off x="8313468" y="3596757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necteur droit 383">
            <a:extLst>
              <a:ext uri="{FF2B5EF4-FFF2-40B4-BE49-F238E27FC236}">
                <a16:creationId xmlns:a16="http://schemas.microsoft.com/office/drawing/2014/main" id="{D3ABA01E-8C77-411B-9D0C-1EADFC367AFF}"/>
              </a:ext>
            </a:extLst>
          </p:cNvPr>
          <p:cNvCxnSpPr>
            <a:cxnSpLocks/>
          </p:cNvCxnSpPr>
          <p:nvPr/>
        </p:nvCxnSpPr>
        <p:spPr>
          <a:xfrm>
            <a:off x="8347282" y="3621838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onnecteur droit 384">
            <a:extLst>
              <a:ext uri="{FF2B5EF4-FFF2-40B4-BE49-F238E27FC236}">
                <a16:creationId xmlns:a16="http://schemas.microsoft.com/office/drawing/2014/main" id="{308493A1-EF55-420A-B7CE-3FCE09865A74}"/>
              </a:ext>
            </a:extLst>
          </p:cNvPr>
          <p:cNvCxnSpPr>
            <a:cxnSpLocks/>
          </p:cNvCxnSpPr>
          <p:nvPr/>
        </p:nvCxnSpPr>
        <p:spPr>
          <a:xfrm>
            <a:off x="8347554" y="3596757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onnecteur droit 385">
            <a:extLst>
              <a:ext uri="{FF2B5EF4-FFF2-40B4-BE49-F238E27FC236}">
                <a16:creationId xmlns:a16="http://schemas.microsoft.com/office/drawing/2014/main" id="{1186EB4F-A983-4D6A-B5DB-F6DD9538EB6D}"/>
              </a:ext>
            </a:extLst>
          </p:cNvPr>
          <p:cNvCxnSpPr>
            <a:cxnSpLocks/>
          </p:cNvCxnSpPr>
          <p:nvPr/>
        </p:nvCxnSpPr>
        <p:spPr>
          <a:xfrm>
            <a:off x="8307662" y="3596757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Connecteur droit 386">
            <a:extLst>
              <a:ext uri="{FF2B5EF4-FFF2-40B4-BE49-F238E27FC236}">
                <a16:creationId xmlns:a16="http://schemas.microsoft.com/office/drawing/2014/main" id="{B87361C1-2394-43B8-87A8-616FAB487B4D}"/>
              </a:ext>
            </a:extLst>
          </p:cNvPr>
          <p:cNvCxnSpPr>
            <a:cxnSpLocks/>
          </p:cNvCxnSpPr>
          <p:nvPr/>
        </p:nvCxnSpPr>
        <p:spPr>
          <a:xfrm>
            <a:off x="8307228" y="3577895"/>
            <a:ext cx="61824" cy="31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eur droit 387">
            <a:extLst>
              <a:ext uri="{FF2B5EF4-FFF2-40B4-BE49-F238E27FC236}">
                <a16:creationId xmlns:a16="http://schemas.microsoft.com/office/drawing/2014/main" id="{1EDFD2B9-C48C-4549-84E7-DFBBA3534B97}"/>
              </a:ext>
            </a:extLst>
          </p:cNvPr>
          <p:cNvCxnSpPr>
            <a:cxnSpLocks/>
          </p:cNvCxnSpPr>
          <p:nvPr/>
        </p:nvCxnSpPr>
        <p:spPr>
          <a:xfrm flipH="1">
            <a:off x="8251762" y="3470634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onnecteur droit 388">
            <a:extLst>
              <a:ext uri="{FF2B5EF4-FFF2-40B4-BE49-F238E27FC236}">
                <a16:creationId xmlns:a16="http://schemas.microsoft.com/office/drawing/2014/main" id="{D5586895-6608-4FFD-B21E-1DF7124BBED7}"/>
              </a:ext>
            </a:extLst>
          </p:cNvPr>
          <p:cNvCxnSpPr>
            <a:cxnSpLocks/>
          </p:cNvCxnSpPr>
          <p:nvPr/>
        </p:nvCxnSpPr>
        <p:spPr>
          <a:xfrm flipH="1">
            <a:off x="8355689" y="3535571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Connecteur droit 389">
            <a:extLst>
              <a:ext uri="{FF2B5EF4-FFF2-40B4-BE49-F238E27FC236}">
                <a16:creationId xmlns:a16="http://schemas.microsoft.com/office/drawing/2014/main" id="{418CB0FD-0C34-403C-B5CB-C4047F28335A}"/>
              </a:ext>
            </a:extLst>
          </p:cNvPr>
          <p:cNvCxnSpPr>
            <a:cxnSpLocks/>
          </p:cNvCxnSpPr>
          <p:nvPr/>
        </p:nvCxnSpPr>
        <p:spPr>
          <a:xfrm>
            <a:off x="8251762" y="3495324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necteur droit 390">
            <a:extLst>
              <a:ext uri="{FF2B5EF4-FFF2-40B4-BE49-F238E27FC236}">
                <a16:creationId xmlns:a16="http://schemas.microsoft.com/office/drawing/2014/main" id="{9773A7A8-AB88-4B93-8D95-98C4782C5447}"/>
              </a:ext>
            </a:extLst>
          </p:cNvPr>
          <p:cNvCxnSpPr>
            <a:cxnSpLocks/>
          </p:cNvCxnSpPr>
          <p:nvPr/>
        </p:nvCxnSpPr>
        <p:spPr>
          <a:xfrm>
            <a:off x="8453010" y="3470634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Connecteur droit 391">
            <a:extLst>
              <a:ext uri="{FF2B5EF4-FFF2-40B4-BE49-F238E27FC236}">
                <a16:creationId xmlns:a16="http://schemas.microsoft.com/office/drawing/2014/main" id="{9B953BEE-7251-4E3B-8B38-EA66ADB7107C}"/>
              </a:ext>
            </a:extLst>
          </p:cNvPr>
          <p:cNvCxnSpPr>
            <a:cxnSpLocks/>
          </p:cNvCxnSpPr>
          <p:nvPr/>
        </p:nvCxnSpPr>
        <p:spPr>
          <a:xfrm>
            <a:off x="8251762" y="3490066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Connecteur droit 392">
            <a:extLst>
              <a:ext uri="{FF2B5EF4-FFF2-40B4-BE49-F238E27FC236}">
                <a16:creationId xmlns:a16="http://schemas.microsoft.com/office/drawing/2014/main" id="{38732196-3CCA-45EB-AA12-21C0918B5174}"/>
              </a:ext>
            </a:extLst>
          </p:cNvPr>
          <p:cNvCxnSpPr>
            <a:cxnSpLocks/>
          </p:cNvCxnSpPr>
          <p:nvPr/>
        </p:nvCxnSpPr>
        <p:spPr>
          <a:xfrm>
            <a:off x="8356074" y="3551800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Connecteur droit 393">
            <a:extLst>
              <a:ext uri="{FF2B5EF4-FFF2-40B4-BE49-F238E27FC236}">
                <a16:creationId xmlns:a16="http://schemas.microsoft.com/office/drawing/2014/main" id="{07E9EA21-DACF-4AC4-A5C8-93E5D53E2B71}"/>
              </a:ext>
            </a:extLst>
          </p:cNvPr>
          <p:cNvCxnSpPr>
            <a:cxnSpLocks/>
          </p:cNvCxnSpPr>
          <p:nvPr/>
        </p:nvCxnSpPr>
        <p:spPr>
          <a:xfrm>
            <a:off x="8565879" y="3534838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Connecteur droit 394">
            <a:extLst>
              <a:ext uri="{FF2B5EF4-FFF2-40B4-BE49-F238E27FC236}">
                <a16:creationId xmlns:a16="http://schemas.microsoft.com/office/drawing/2014/main" id="{C34F6BAB-CAEE-40A8-B0B6-1207308E65AB}"/>
              </a:ext>
            </a:extLst>
          </p:cNvPr>
          <p:cNvCxnSpPr>
            <a:cxnSpLocks/>
          </p:cNvCxnSpPr>
          <p:nvPr/>
        </p:nvCxnSpPr>
        <p:spPr>
          <a:xfrm flipH="1">
            <a:off x="8355689" y="3568053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Connecteur droit 395">
            <a:extLst>
              <a:ext uri="{FF2B5EF4-FFF2-40B4-BE49-F238E27FC236}">
                <a16:creationId xmlns:a16="http://schemas.microsoft.com/office/drawing/2014/main" id="{7B1F7882-39AE-4E7A-80DD-887289BD1041}"/>
              </a:ext>
            </a:extLst>
          </p:cNvPr>
          <p:cNvCxnSpPr>
            <a:cxnSpLocks/>
          </p:cNvCxnSpPr>
          <p:nvPr/>
        </p:nvCxnSpPr>
        <p:spPr>
          <a:xfrm>
            <a:off x="8249426" y="3528812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Connecteur droit 396">
            <a:extLst>
              <a:ext uri="{FF2B5EF4-FFF2-40B4-BE49-F238E27FC236}">
                <a16:creationId xmlns:a16="http://schemas.microsoft.com/office/drawing/2014/main" id="{37F2A496-DF76-4BD2-A4E7-472AB3857565}"/>
              </a:ext>
            </a:extLst>
          </p:cNvPr>
          <p:cNvCxnSpPr>
            <a:cxnSpLocks/>
          </p:cNvCxnSpPr>
          <p:nvPr/>
        </p:nvCxnSpPr>
        <p:spPr>
          <a:xfrm flipV="1">
            <a:off x="8356261" y="3636306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onnecteur droit 397">
            <a:extLst>
              <a:ext uri="{FF2B5EF4-FFF2-40B4-BE49-F238E27FC236}">
                <a16:creationId xmlns:a16="http://schemas.microsoft.com/office/drawing/2014/main" id="{3122696A-C43E-4682-81DE-EABE5F1B3073}"/>
              </a:ext>
            </a:extLst>
          </p:cNvPr>
          <p:cNvCxnSpPr>
            <a:cxnSpLocks/>
          </p:cNvCxnSpPr>
          <p:nvPr/>
        </p:nvCxnSpPr>
        <p:spPr>
          <a:xfrm>
            <a:off x="8307316" y="3560990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Connecteur droit 398">
            <a:extLst>
              <a:ext uri="{FF2B5EF4-FFF2-40B4-BE49-F238E27FC236}">
                <a16:creationId xmlns:a16="http://schemas.microsoft.com/office/drawing/2014/main" id="{C6733F92-E68C-40B5-BD0C-47426C55D51D}"/>
              </a:ext>
            </a:extLst>
          </p:cNvPr>
          <p:cNvCxnSpPr>
            <a:cxnSpLocks/>
          </p:cNvCxnSpPr>
          <p:nvPr/>
        </p:nvCxnSpPr>
        <p:spPr>
          <a:xfrm>
            <a:off x="8299910" y="3615332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onnecteur droit 399">
            <a:extLst>
              <a:ext uri="{FF2B5EF4-FFF2-40B4-BE49-F238E27FC236}">
                <a16:creationId xmlns:a16="http://schemas.microsoft.com/office/drawing/2014/main" id="{BD39DB74-BB38-4F10-BE4B-B96FB344CDD0}"/>
              </a:ext>
            </a:extLst>
          </p:cNvPr>
          <p:cNvCxnSpPr>
            <a:cxnSpLocks/>
          </p:cNvCxnSpPr>
          <p:nvPr/>
        </p:nvCxnSpPr>
        <p:spPr>
          <a:xfrm>
            <a:off x="8353353" y="3587555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onnecteur droit 400">
            <a:extLst>
              <a:ext uri="{FF2B5EF4-FFF2-40B4-BE49-F238E27FC236}">
                <a16:creationId xmlns:a16="http://schemas.microsoft.com/office/drawing/2014/main" id="{5A7F1217-4D5C-4B90-82AD-0282C0ED400B}"/>
              </a:ext>
            </a:extLst>
          </p:cNvPr>
          <p:cNvCxnSpPr>
            <a:cxnSpLocks/>
          </p:cNvCxnSpPr>
          <p:nvPr/>
        </p:nvCxnSpPr>
        <p:spPr>
          <a:xfrm>
            <a:off x="8417639" y="3586664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Connecteur droit 401">
            <a:extLst>
              <a:ext uri="{FF2B5EF4-FFF2-40B4-BE49-F238E27FC236}">
                <a16:creationId xmlns:a16="http://schemas.microsoft.com/office/drawing/2014/main" id="{CAA03B54-7542-4831-AA5F-4FD4FDF68401}"/>
              </a:ext>
            </a:extLst>
          </p:cNvPr>
          <p:cNvCxnSpPr>
            <a:cxnSpLocks/>
          </p:cNvCxnSpPr>
          <p:nvPr/>
        </p:nvCxnSpPr>
        <p:spPr>
          <a:xfrm>
            <a:off x="7052741" y="5492892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Connecteur droit 402">
            <a:extLst>
              <a:ext uri="{FF2B5EF4-FFF2-40B4-BE49-F238E27FC236}">
                <a16:creationId xmlns:a16="http://schemas.microsoft.com/office/drawing/2014/main" id="{523FA2CB-4D6D-42EA-BEC3-961F7CF153B9}"/>
              </a:ext>
            </a:extLst>
          </p:cNvPr>
          <p:cNvCxnSpPr>
            <a:cxnSpLocks/>
          </p:cNvCxnSpPr>
          <p:nvPr/>
        </p:nvCxnSpPr>
        <p:spPr>
          <a:xfrm>
            <a:off x="6990855" y="5507735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Connecteur droit 403">
            <a:extLst>
              <a:ext uri="{FF2B5EF4-FFF2-40B4-BE49-F238E27FC236}">
                <a16:creationId xmlns:a16="http://schemas.microsoft.com/office/drawing/2014/main" id="{9117CB81-6A99-435D-90E7-5C7D18638F0F}"/>
              </a:ext>
            </a:extLst>
          </p:cNvPr>
          <p:cNvCxnSpPr>
            <a:cxnSpLocks/>
          </p:cNvCxnSpPr>
          <p:nvPr/>
        </p:nvCxnSpPr>
        <p:spPr>
          <a:xfrm flipV="1">
            <a:off x="6990855" y="5498137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Connecteur droit 404">
            <a:extLst>
              <a:ext uri="{FF2B5EF4-FFF2-40B4-BE49-F238E27FC236}">
                <a16:creationId xmlns:a16="http://schemas.microsoft.com/office/drawing/2014/main" id="{A51681EF-88C5-4226-AEBA-5EA8AF4B6601}"/>
              </a:ext>
            </a:extLst>
          </p:cNvPr>
          <p:cNvCxnSpPr>
            <a:cxnSpLocks/>
          </p:cNvCxnSpPr>
          <p:nvPr/>
        </p:nvCxnSpPr>
        <p:spPr>
          <a:xfrm flipH="1" flipV="1">
            <a:off x="6948823" y="5482917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Connecteur droit 405">
            <a:extLst>
              <a:ext uri="{FF2B5EF4-FFF2-40B4-BE49-F238E27FC236}">
                <a16:creationId xmlns:a16="http://schemas.microsoft.com/office/drawing/2014/main" id="{415F9B41-EAD2-42BC-AD2E-C4188A3147C7}"/>
              </a:ext>
            </a:extLst>
          </p:cNvPr>
          <p:cNvCxnSpPr>
            <a:cxnSpLocks/>
          </p:cNvCxnSpPr>
          <p:nvPr/>
        </p:nvCxnSpPr>
        <p:spPr>
          <a:xfrm flipH="1" flipV="1">
            <a:off x="7019793" y="5472982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Connecteur droit 406">
            <a:extLst>
              <a:ext uri="{FF2B5EF4-FFF2-40B4-BE49-F238E27FC236}">
                <a16:creationId xmlns:a16="http://schemas.microsoft.com/office/drawing/2014/main" id="{1162D28D-80EC-4529-8FBF-90162BB0B89E}"/>
              </a:ext>
            </a:extLst>
          </p:cNvPr>
          <p:cNvCxnSpPr>
            <a:cxnSpLocks/>
          </p:cNvCxnSpPr>
          <p:nvPr/>
        </p:nvCxnSpPr>
        <p:spPr>
          <a:xfrm flipH="1" flipV="1">
            <a:off x="6942626" y="5527526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onnecteur droit 407">
            <a:extLst>
              <a:ext uri="{FF2B5EF4-FFF2-40B4-BE49-F238E27FC236}">
                <a16:creationId xmlns:a16="http://schemas.microsoft.com/office/drawing/2014/main" id="{3525D8BD-F35E-4479-9647-E8E6749721A3}"/>
              </a:ext>
            </a:extLst>
          </p:cNvPr>
          <p:cNvCxnSpPr>
            <a:cxnSpLocks/>
          </p:cNvCxnSpPr>
          <p:nvPr/>
        </p:nvCxnSpPr>
        <p:spPr>
          <a:xfrm flipV="1">
            <a:off x="6991634" y="5543128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Connecteur droit 408">
            <a:extLst>
              <a:ext uri="{FF2B5EF4-FFF2-40B4-BE49-F238E27FC236}">
                <a16:creationId xmlns:a16="http://schemas.microsoft.com/office/drawing/2014/main" id="{958DF9E2-83CE-4415-BA7C-37F6932A1644}"/>
              </a:ext>
            </a:extLst>
          </p:cNvPr>
          <p:cNvCxnSpPr>
            <a:cxnSpLocks/>
          </p:cNvCxnSpPr>
          <p:nvPr/>
        </p:nvCxnSpPr>
        <p:spPr>
          <a:xfrm flipV="1">
            <a:off x="6944844" y="5477720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eur droit 409">
            <a:extLst>
              <a:ext uri="{FF2B5EF4-FFF2-40B4-BE49-F238E27FC236}">
                <a16:creationId xmlns:a16="http://schemas.microsoft.com/office/drawing/2014/main" id="{F5E21FB4-0BA2-4145-A5B4-FF5718C10D6B}"/>
              </a:ext>
            </a:extLst>
          </p:cNvPr>
          <p:cNvCxnSpPr>
            <a:cxnSpLocks/>
          </p:cNvCxnSpPr>
          <p:nvPr/>
        </p:nvCxnSpPr>
        <p:spPr>
          <a:xfrm flipV="1">
            <a:off x="6939443" y="5471517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Connecteur droit 410">
            <a:extLst>
              <a:ext uri="{FF2B5EF4-FFF2-40B4-BE49-F238E27FC236}">
                <a16:creationId xmlns:a16="http://schemas.microsoft.com/office/drawing/2014/main" id="{F775BE18-3320-42A2-94E1-885AD454550B}"/>
              </a:ext>
            </a:extLst>
          </p:cNvPr>
          <p:cNvCxnSpPr>
            <a:cxnSpLocks/>
          </p:cNvCxnSpPr>
          <p:nvPr/>
        </p:nvCxnSpPr>
        <p:spPr>
          <a:xfrm>
            <a:off x="6999334" y="5539654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Connecteur droit 411">
            <a:extLst>
              <a:ext uri="{FF2B5EF4-FFF2-40B4-BE49-F238E27FC236}">
                <a16:creationId xmlns:a16="http://schemas.microsoft.com/office/drawing/2014/main" id="{0EF4B3C3-05F3-4265-8F21-9A994CEA785C}"/>
              </a:ext>
            </a:extLst>
          </p:cNvPr>
          <p:cNvCxnSpPr>
            <a:cxnSpLocks/>
          </p:cNvCxnSpPr>
          <p:nvPr/>
        </p:nvCxnSpPr>
        <p:spPr>
          <a:xfrm>
            <a:off x="6997114" y="552517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Connecteur droit 412">
            <a:extLst>
              <a:ext uri="{FF2B5EF4-FFF2-40B4-BE49-F238E27FC236}">
                <a16:creationId xmlns:a16="http://schemas.microsoft.com/office/drawing/2014/main" id="{FE1FF6E3-4DA7-41C6-BC87-C74ACF00AEC6}"/>
              </a:ext>
            </a:extLst>
          </p:cNvPr>
          <p:cNvCxnSpPr>
            <a:cxnSpLocks/>
          </p:cNvCxnSpPr>
          <p:nvPr/>
        </p:nvCxnSpPr>
        <p:spPr>
          <a:xfrm>
            <a:off x="6952445" y="5514746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Connecteur droit 413">
            <a:extLst>
              <a:ext uri="{FF2B5EF4-FFF2-40B4-BE49-F238E27FC236}">
                <a16:creationId xmlns:a16="http://schemas.microsoft.com/office/drawing/2014/main" id="{F8BB2453-2C7F-461E-85DC-8556928AB80E}"/>
              </a:ext>
            </a:extLst>
          </p:cNvPr>
          <p:cNvCxnSpPr>
            <a:cxnSpLocks/>
          </p:cNvCxnSpPr>
          <p:nvPr/>
        </p:nvCxnSpPr>
        <p:spPr>
          <a:xfrm>
            <a:off x="6965651" y="549930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Connecteur droit 414">
            <a:extLst>
              <a:ext uri="{FF2B5EF4-FFF2-40B4-BE49-F238E27FC236}">
                <a16:creationId xmlns:a16="http://schemas.microsoft.com/office/drawing/2014/main" id="{A584BA37-8800-4537-B424-084B93691A18}"/>
              </a:ext>
            </a:extLst>
          </p:cNvPr>
          <p:cNvCxnSpPr>
            <a:cxnSpLocks/>
          </p:cNvCxnSpPr>
          <p:nvPr/>
        </p:nvCxnSpPr>
        <p:spPr>
          <a:xfrm>
            <a:off x="6989919" y="5505030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Connecteur droit 415">
            <a:extLst>
              <a:ext uri="{FF2B5EF4-FFF2-40B4-BE49-F238E27FC236}">
                <a16:creationId xmlns:a16="http://schemas.microsoft.com/office/drawing/2014/main" id="{D353084C-619B-45E8-BBC5-B4D88CA32AED}"/>
              </a:ext>
            </a:extLst>
          </p:cNvPr>
          <p:cNvCxnSpPr>
            <a:cxnSpLocks/>
          </p:cNvCxnSpPr>
          <p:nvPr/>
        </p:nvCxnSpPr>
        <p:spPr>
          <a:xfrm>
            <a:off x="6979420" y="5495878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Connecteur droit 416">
            <a:extLst>
              <a:ext uri="{FF2B5EF4-FFF2-40B4-BE49-F238E27FC236}">
                <a16:creationId xmlns:a16="http://schemas.microsoft.com/office/drawing/2014/main" id="{27A210BB-604E-4890-A496-252098D275DF}"/>
              </a:ext>
            </a:extLst>
          </p:cNvPr>
          <p:cNvCxnSpPr>
            <a:cxnSpLocks/>
          </p:cNvCxnSpPr>
          <p:nvPr/>
        </p:nvCxnSpPr>
        <p:spPr>
          <a:xfrm>
            <a:off x="6949575" y="5509858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Connecteur droit 417">
            <a:extLst>
              <a:ext uri="{FF2B5EF4-FFF2-40B4-BE49-F238E27FC236}">
                <a16:creationId xmlns:a16="http://schemas.microsoft.com/office/drawing/2014/main" id="{97F288C0-864B-48B0-A47E-E1E263E89FD0}"/>
              </a:ext>
            </a:extLst>
          </p:cNvPr>
          <p:cNvCxnSpPr>
            <a:cxnSpLocks/>
          </p:cNvCxnSpPr>
          <p:nvPr/>
        </p:nvCxnSpPr>
        <p:spPr>
          <a:xfrm>
            <a:off x="6979158" y="552658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Connecteur droit 418">
            <a:extLst>
              <a:ext uri="{FF2B5EF4-FFF2-40B4-BE49-F238E27FC236}">
                <a16:creationId xmlns:a16="http://schemas.microsoft.com/office/drawing/2014/main" id="{DCF8C65F-DF07-4DB4-B7AA-CDA77E1B9E82}"/>
              </a:ext>
            </a:extLst>
          </p:cNvPr>
          <p:cNvCxnSpPr>
            <a:cxnSpLocks/>
          </p:cNvCxnSpPr>
          <p:nvPr/>
        </p:nvCxnSpPr>
        <p:spPr>
          <a:xfrm>
            <a:off x="7051962" y="5489528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eur droit 419">
            <a:extLst>
              <a:ext uri="{FF2B5EF4-FFF2-40B4-BE49-F238E27FC236}">
                <a16:creationId xmlns:a16="http://schemas.microsoft.com/office/drawing/2014/main" id="{23473C3E-DA1F-4DA7-A7A4-87FA86256389}"/>
              </a:ext>
            </a:extLst>
          </p:cNvPr>
          <p:cNvCxnSpPr>
            <a:cxnSpLocks/>
          </p:cNvCxnSpPr>
          <p:nvPr/>
        </p:nvCxnSpPr>
        <p:spPr>
          <a:xfrm>
            <a:off x="6990076" y="5504371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Connecteur droit 420">
            <a:extLst>
              <a:ext uri="{FF2B5EF4-FFF2-40B4-BE49-F238E27FC236}">
                <a16:creationId xmlns:a16="http://schemas.microsoft.com/office/drawing/2014/main" id="{8D8E9827-7E99-45FB-B474-E1A8B435C510}"/>
              </a:ext>
            </a:extLst>
          </p:cNvPr>
          <p:cNvCxnSpPr>
            <a:cxnSpLocks/>
          </p:cNvCxnSpPr>
          <p:nvPr/>
        </p:nvCxnSpPr>
        <p:spPr>
          <a:xfrm flipV="1">
            <a:off x="6995025" y="5494873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eur droit 421">
            <a:extLst>
              <a:ext uri="{FF2B5EF4-FFF2-40B4-BE49-F238E27FC236}">
                <a16:creationId xmlns:a16="http://schemas.microsoft.com/office/drawing/2014/main" id="{05AA1A78-C135-450E-8631-001C86EDBE53}"/>
              </a:ext>
            </a:extLst>
          </p:cNvPr>
          <p:cNvCxnSpPr>
            <a:cxnSpLocks/>
          </p:cNvCxnSpPr>
          <p:nvPr/>
        </p:nvCxnSpPr>
        <p:spPr>
          <a:xfrm flipH="1" flipV="1">
            <a:off x="6948044" y="5479553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eur droit 422">
            <a:extLst>
              <a:ext uri="{FF2B5EF4-FFF2-40B4-BE49-F238E27FC236}">
                <a16:creationId xmlns:a16="http://schemas.microsoft.com/office/drawing/2014/main" id="{EC8099B5-531D-4116-900F-6424BC3A23D4}"/>
              </a:ext>
            </a:extLst>
          </p:cNvPr>
          <p:cNvCxnSpPr>
            <a:cxnSpLocks/>
          </p:cNvCxnSpPr>
          <p:nvPr/>
        </p:nvCxnSpPr>
        <p:spPr>
          <a:xfrm flipH="1" flipV="1">
            <a:off x="7019014" y="5469618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Connecteur droit 423">
            <a:extLst>
              <a:ext uri="{FF2B5EF4-FFF2-40B4-BE49-F238E27FC236}">
                <a16:creationId xmlns:a16="http://schemas.microsoft.com/office/drawing/2014/main" id="{616E829E-B1A8-41F0-9D6B-FA5FA204C129}"/>
              </a:ext>
            </a:extLst>
          </p:cNvPr>
          <p:cNvCxnSpPr>
            <a:cxnSpLocks/>
          </p:cNvCxnSpPr>
          <p:nvPr/>
        </p:nvCxnSpPr>
        <p:spPr>
          <a:xfrm flipH="1" flipV="1">
            <a:off x="6941847" y="5524162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Connecteur droit 424">
            <a:extLst>
              <a:ext uri="{FF2B5EF4-FFF2-40B4-BE49-F238E27FC236}">
                <a16:creationId xmlns:a16="http://schemas.microsoft.com/office/drawing/2014/main" id="{6EF40817-89B1-42AB-95C5-F9704CBDF728}"/>
              </a:ext>
            </a:extLst>
          </p:cNvPr>
          <p:cNvCxnSpPr>
            <a:cxnSpLocks/>
          </p:cNvCxnSpPr>
          <p:nvPr/>
        </p:nvCxnSpPr>
        <p:spPr>
          <a:xfrm flipV="1">
            <a:off x="6990855" y="5539764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6" name="Connecteur droit 425">
            <a:extLst>
              <a:ext uri="{FF2B5EF4-FFF2-40B4-BE49-F238E27FC236}">
                <a16:creationId xmlns:a16="http://schemas.microsoft.com/office/drawing/2014/main" id="{581D54C1-D83C-43CE-A909-F6F3C455F9C4}"/>
              </a:ext>
            </a:extLst>
          </p:cNvPr>
          <p:cNvCxnSpPr>
            <a:cxnSpLocks/>
          </p:cNvCxnSpPr>
          <p:nvPr/>
        </p:nvCxnSpPr>
        <p:spPr>
          <a:xfrm flipV="1">
            <a:off x="6944065" y="5474356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Connecteur droit 426">
            <a:extLst>
              <a:ext uri="{FF2B5EF4-FFF2-40B4-BE49-F238E27FC236}">
                <a16:creationId xmlns:a16="http://schemas.microsoft.com/office/drawing/2014/main" id="{2AD0A7FA-C96B-41CF-AF06-C927F83E6E27}"/>
              </a:ext>
            </a:extLst>
          </p:cNvPr>
          <p:cNvCxnSpPr>
            <a:cxnSpLocks/>
          </p:cNvCxnSpPr>
          <p:nvPr/>
        </p:nvCxnSpPr>
        <p:spPr>
          <a:xfrm flipV="1">
            <a:off x="6938664" y="5468153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Parallélogramme 787">
            <a:extLst>
              <a:ext uri="{FF2B5EF4-FFF2-40B4-BE49-F238E27FC236}">
                <a16:creationId xmlns:a16="http://schemas.microsoft.com/office/drawing/2014/main" id="{DF800594-D6DB-4ED0-9211-0DA8C1826553}"/>
              </a:ext>
            </a:extLst>
          </p:cNvPr>
          <p:cNvSpPr/>
          <p:nvPr/>
        </p:nvSpPr>
        <p:spPr>
          <a:xfrm rot="12360215">
            <a:off x="8331342" y="5266041"/>
            <a:ext cx="176304" cy="74376"/>
          </a:xfrm>
          <a:custGeom>
            <a:avLst/>
            <a:gdLst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635616 w 635616"/>
              <a:gd name="connsiteY2" fmla="*/ 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43224 h 243224"/>
              <a:gd name="connsiteX1" fmla="*/ 0 w 635616"/>
              <a:gd name="connsiteY1" fmla="*/ 1109 h 243224"/>
              <a:gd name="connsiteX2" fmla="*/ 522478 w 635616"/>
              <a:gd name="connsiteY2" fmla="*/ 0 h 243224"/>
              <a:gd name="connsiteX3" fmla="*/ 635616 w 635616"/>
              <a:gd name="connsiteY3" fmla="*/ 243224 h 243224"/>
              <a:gd name="connsiteX4" fmla="*/ 0 w 635616"/>
              <a:gd name="connsiteY4" fmla="*/ 243224 h 243224"/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470203 w 635616"/>
              <a:gd name="connsiteY2" fmla="*/ 1447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57243 h 257243"/>
              <a:gd name="connsiteX1" fmla="*/ 0 w 635616"/>
              <a:gd name="connsiteY1" fmla="*/ 15128 h 257243"/>
              <a:gd name="connsiteX2" fmla="*/ 520165 w 635616"/>
              <a:gd name="connsiteY2" fmla="*/ 0 h 257243"/>
              <a:gd name="connsiteX3" fmla="*/ 635616 w 635616"/>
              <a:gd name="connsiteY3" fmla="*/ 257243 h 257243"/>
              <a:gd name="connsiteX4" fmla="*/ 0 w 635616"/>
              <a:gd name="connsiteY4" fmla="*/ 257243 h 257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616" h="257243">
                <a:moveTo>
                  <a:pt x="0" y="257243"/>
                </a:moveTo>
                <a:lnTo>
                  <a:pt x="0" y="15128"/>
                </a:lnTo>
                <a:lnTo>
                  <a:pt x="520165" y="0"/>
                </a:lnTo>
                <a:lnTo>
                  <a:pt x="635616" y="257243"/>
                </a:lnTo>
                <a:lnTo>
                  <a:pt x="0" y="257243"/>
                </a:lnTo>
                <a:close/>
              </a:path>
            </a:pathLst>
          </a:custGeom>
          <a:blipFill>
            <a:blip r:embed="rId3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9" name="Parallélogramme 428">
            <a:extLst>
              <a:ext uri="{FF2B5EF4-FFF2-40B4-BE49-F238E27FC236}">
                <a16:creationId xmlns:a16="http://schemas.microsoft.com/office/drawing/2014/main" id="{D9843579-AA98-4FED-B2B6-BF9B7B1E8FBA}"/>
              </a:ext>
            </a:extLst>
          </p:cNvPr>
          <p:cNvSpPr/>
          <p:nvPr/>
        </p:nvSpPr>
        <p:spPr>
          <a:xfrm rot="21186520">
            <a:off x="8354205" y="5329911"/>
            <a:ext cx="167552" cy="73953"/>
          </a:xfrm>
          <a:prstGeom prst="parallelogram">
            <a:avLst>
              <a:gd name="adj" fmla="val 18485"/>
            </a:avLst>
          </a:prstGeom>
          <a:blipFill>
            <a:blip r:embed="rId4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30" name="Connecteur droit avec flèche 429">
            <a:extLst>
              <a:ext uri="{FF2B5EF4-FFF2-40B4-BE49-F238E27FC236}">
                <a16:creationId xmlns:a16="http://schemas.microsoft.com/office/drawing/2014/main" id="{DE4DCB5B-C123-4033-A943-45C1B31D849F}"/>
              </a:ext>
            </a:extLst>
          </p:cNvPr>
          <p:cNvCxnSpPr/>
          <p:nvPr/>
        </p:nvCxnSpPr>
        <p:spPr>
          <a:xfrm>
            <a:off x="11420782" y="3529846"/>
            <a:ext cx="0" cy="1982817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avec flèche 430">
            <a:extLst>
              <a:ext uri="{FF2B5EF4-FFF2-40B4-BE49-F238E27FC236}">
                <a16:creationId xmlns:a16="http://schemas.microsoft.com/office/drawing/2014/main" id="{1229EE4A-696C-4DE0-A970-24147572DEBD}"/>
              </a:ext>
            </a:extLst>
          </p:cNvPr>
          <p:cNvCxnSpPr>
            <a:cxnSpLocks/>
          </p:cNvCxnSpPr>
          <p:nvPr/>
        </p:nvCxnSpPr>
        <p:spPr>
          <a:xfrm>
            <a:off x="8636109" y="5194876"/>
            <a:ext cx="1072255" cy="558117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Connecteur droit 431">
            <a:extLst>
              <a:ext uri="{FF2B5EF4-FFF2-40B4-BE49-F238E27FC236}">
                <a16:creationId xmlns:a16="http://schemas.microsoft.com/office/drawing/2014/main" id="{7E499B06-A945-4F28-A325-7E2B5D1F2994}"/>
              </a:ext>
            </a:extLst>
          </p:cNvPr>
          <p:cNvCxnSpPr>
            <a:cxnSpLocks/>
          </p:cNvCxnSpPr>
          <p:nvPr/>
        </p:nvCxnSpPr>
        <p:spPr>
          <a:xfrm>
            <a:off x="8714462" y="5044149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Connecteur droit 432">
            <a:extLst>
              <a:ext uri="{FF2B5EF4-FFF2-40B4-BE49-F238E27FC236}">
                <a16:creationId xmlns:a16="http://schemas.microsoft.com/office/drawing/2014/main" id="{505283F5-9AA8-4632-AA3B-9C9DC08F4BD6}"/>
              </a:ext>
            </a:extLst>
          </p:cNvPr>
          <p:cNvCxnSpPr>
            <a:cxnSpLocks/>
          </p:cNvCxnSpPr>
          <p:nvPr/>
        </p:nvCxnSpPr>
        <p:spPr>
          <a:xfrm flipH="1">
            <a:off x="9755575" y="5430638"/>
            <a:ext cx="1535804" cy="15726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Connecteur droit 433">
            <a:extLst>
              <a:ext uri="{FF2B5EF4-FFF2-40B4-BE49-F238E27FC236}">
                <a16:creationId xmlns:a16="http://schemas.microsoft.com/office/drawing/2014/main" id="{B66B9552-932D-4D78-933D-BB9D3E13963D}"/>
              </a:ext>
            </a:extLst>
          </p:cNvPr>
          <p:cNvCxnSpPr>
            <a:cxnSpLocks/>
          </p:cNvCxnSpPr>
          <p:nvPr/>
        </p:nvCxnSpPr>
        <p:spPr>
          <a:xfrm>
            <a:off x="8714461" y="5044149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Connecteur droit 434">
            <a:extLst>
              <a:ext uri="{FF2B5EF4-FFF2-40B4-BE49-F238E27FC236}">
                <a16:creationId xmlns:a16="http://schemas.microsoft.com/office/drawing/2014/main" id="{CD87BAE1-8492-457E-9728-E3561550866E}"/>
              </a:ext>
            </a:extLst>
          </p:cNvPr>
          <p:cNvCxnSpPr>
            <a:cxnSpLocks/>
          </p:cNvCxnSpPr>
          <p:nvPr/>
        </p:nvCxnSpPr>
        <p:spPr>
          <a:xfrm>
            <a:off x="8714462" y="5087915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onnecteur droit 435">
            <a:extLst>
              <a:ext uri="{FF2B5EF4-FFF2-40B4-BE49-F238E27FC236}">
                <a16:creationId xmlns:a16="http://schemas.microsoft.com/office/drawing/2014/main" id="{97AFAF31-C10E-44DB-91CE-AE2714320A43}"/>
              </a:ext>
            </a:extLst>
          </p:cNvPr>
          <p:cNvCxnSpPr>
            <a:cxnSpLocks/>
          </p:cNvCxnSpPr>
          <p:nvPr/>
        </p:nvCxnSpPr>
        <p:spPr>
          <a:xfrm>
            <a:off x="11291379" y="5432872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Connecteur droit 436">
            <a:extLst>
              <a:ext uri="{FF2B5EF4-FFF2-40B4-BE49-F238E27FC236}">
                <a16:creationId xmlns:a16="http://schemas.microsoft.com/office/drawing/2014/main" id="{7D188030-3399-4DA5-8B0A-BB61A858169B}"/>
              </a:ext>
            </a:extLst>
          </p:cNvPr>
          <p:cNvCxnSpPr>
            <a:cxnSpLocks/>
          </p:cNvCxnSpPr>
          <p:nvPr/>
        </p:nvCxnSpPr>
        <p:spPr>
          <a:xfrm flipH="1">
            <a:off x="9755575" y="5476638"/>
            <a:ext cx="1535804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Connecteur droit 437">
            <a:extLst>
              <a:ext uri="{FF2B5EF4-FFF2-40B4-BE49-F238E27FC236}">
                <a16:creationId xmlns:a16="http://schemas.microsoft.com/office/drawing/2014/main" id="{376F01F2-3F35-4BDF-AB2F-36042CFD0EF2}"/>
              </a:ext>
            </a:extLst>
          </p:cNvPr>
          <p:cNvCxnSpPr>
            <a:cxnSpLocks/>
          </p:cNvCxnSpPr>
          <p:nvPr/>
        </p:nvCxnSpPr>
        <p:spPr>
          <a:xfrm>
            <a:off x="9753821" y="5587900"/>
            <a:ext cx="1754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9" name="Image 438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67F3F4F7-052C-46BA-92B2-D41C222BF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676" y="5994466"/>
            <a:ext cx="214699" cy="214699"/>
          </a:xfrm>
          <a:prstGeom prst="rect">
            <a:avLst/>
          </a:prstGeom>
        </p:spPr>
      </p:pic>
      <p:cxnSp>
        <p:nvCxnSpPr>
          <p:cNvPr id="440" name="Connecteur droit 439">
            <a:extLst>
              <a:ext uri="{FF2B5EF4-FFF2-40B4-BE49-F238E27FC236}">
                <a16:creationId xmlns:a16="http://schemas.microsoft.com/office/drawing/2014/main" id="{C75B6B34-CDF5-4F53-993A-7D67E3360F6F}"/>
              </a:ext>
            </a:extLst>
          </p:cNvPr>
          <p:cNvCxnSpPr>
            <a:cxnSpLocks/>
          </p:cNvCxnSpPr>
          <p:nvPr/>
        </p:nvCxnSpPr>
        <p:spPr>
          <a:xfrm>
            <a:off x="8864676" y="5160996"/>
            <a:ext cx="0" cy="867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Connecteur droit 440">
            <a:extLst>
              <a:ext uri="{FF2B5EF4-FFF2-40B4-BE49-F238E27FC236}">
                <a16:creationId xmlns:a16="http://schemas.microsoft.com/office/drawing/2014/main" id="{70BA1714-FE23-4967-AF35-C35C9D1FF3C7}"/>
              </a:ext>
            </a:extLst>
          </p:cNvPr>
          <p:cNvCxnSpPr>
            <a:cxnSpLocks/>
          </p:cNvCxnSpPr>
          <p:nvPr/>
        </p:nvCxnSpPr>
        <p:spPr>
          <a:xfrm>
            <a:off x="8898795" y="5183944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Connecteur droit 441">
            <a:extLst>
              <a:ext uri="{FF2B5EF4-FFF2-40B4-BE49-F238E27FC236}">
                <a16:creationId xmlns:a16="http://schemas.microsoft.com/office/drawing/2014/main" id="{B30EAE29-8CC1-4423-BF9D-5AFE32BC8513}"/>
              </a:ext>
            </a:extLst>
          </p:cNvPr>
          <p:cNvCxnSpPr>
            <a:cxnSpLocks/>
          </p:cNvCxnSpPr>
          <p:nvPr/>
        </p:nvCxnSpPr>
        <p:spPr>
          <a:xfrm>
            <a:off x="8918965" y="5201605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Connecteur droit 442">
            <a:extLst>
              <a:ext uri="{FF2B5EF4-FFF2-40B4-BE49-F238E27FC236}">
                <a16:creationId xmlns:a16="http://schemas.microsoft.com/office/drawing/2014/main" id="{33B714B8-2C3B-40FD-A913-23E92274B71C}"/>
              </a:ext>
            </a:extLst>
          </p:cNvPr>
          <p:cNvCxnSpPr>
            <a:cxnSpLocks/>
          </p:cNvCxnSpPr>
          <p:nvPr/>
        </p:nvCxnSpPr>
        <p:spPr>
          <a:xfrm flipV="1">
            <a:off x="8898795" y="6005344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necteur droit 443">
            <a:extLst>
              <a:ext uri="{FF2B5EF4-FFF2-40B4-BE49-F238E27FC236}">
                <a16:creationId xmlns:a16="http://schemas.microsoft.com/office/drawing/2014/main" id="{7276B9B9-80A5-44E9-924F-3EBBA9373BBD}"/>
              </a:ext>
            </a:extLst>
          </p:cNvPr>
          <p:cNvCxnSpPr>
            <a:cxnSpLocks/>
          </p:cNvCxnSpPr>
          <p:nvPr/>
        </p:nvCxnSpPr>
        <p:spPr>
          <a:xfrm>
            <a:off x="8859026" y="6024453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5" name="Image 444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E44D4F9D-0F14-413C-9620-DE7D3E76A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335" y="6418535"/>
            <a:ext cx="214699" cy="214699"/>
          </a:xfrm>
          <a:prstGeom prst="rect">
            <a:avLst/>
          </a:prstGeom>
        </p:spPr>
      </p:pic>
      <p:cxnSp>
        <p:nvCxnSpPr>
          <p:cNvPr id="446" name="Connecteur droit 445">
            <a:extLst>
              <a:ext uri="{FF2B5EF4-FFF2-40B4-BE49-F238E27FC236}">
                <a16:creationId xmlns:a16="http://schemas.microsoft.com/office/drawing/2014/main" id="{AC199497-69A4-4989-AE95-4C0C171617DF}"/>
              </a:ext>
            </a:extLst>
          </p:cNvPr>
          <p:cNvCxnSpPr>
            <a:cxnSpLocks/>
          </p:cNvCxnSpPr>
          <p:nvPr/>
        </p:nvCxnSpPr>
        <p:spPr>
          <a:xfrm>
            <a:off x="9812910" y="5631666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Connecteur droit 446">
            <a:extLst>
              <a:ext uri="{FF2B5EF4-FFF2-40B4-BE49-F238E27FC236}">
                <a16:creationId xmlns:a16="http://schemas.microsoft.com/office/drawing/2014/main" id="{51AEE0EA-E1FB-4ABC-8A24-D1FCD1D7C93A}"/>
              </a:ext>
            </a:extLst>
          </p:cNvPr>
          <p:cNvCxnSpPr>
            <a:cxnSpLocks/>
          </p:cNvCxnSpPr>
          <p:nvPr/>
        </p:nvCxnSpPr>
        <p:spPr>
          <a:xfrm>
            <a:off x="9781685" y="5631666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Connecteur droit 447">
            <a:extLst>
              <a:ext uri="{FF2B5EF4-FFF2-40B4-BE49-F238E27FC236}">
                <a16:creationId xmlns:a16="http://schemas.microsoft.com/office/drawing/2014/main" id="{6E019D18-4AAF-4D33-8E58-9F0E4D28CA75}"/>
              </a:ext>
            </a:extLst>
          </p:cNvPr>
          <p:cNvCxnSpPr>
            <a:cxnSpLocks/>
          </p:cNvCxnSpPr>
          <p:nvPr/>
        </p:nvCxnSpPr>
        <p:spPr>
          <a:xfrm>
            <a:off x="9833365" y="5631666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Connecteur droit 448">
            <a:extLst>
              <a:ext uri="{FF2B5EF4-FFF2-40B4-BE49-F238E27FC236}">
                <a16:creationId xmlns:a16="http://schemas.microsoft.com/office/drawing/2014/main" id="{B430E676-D073-4BB6-87EC-2C224560F2B8}"/>
              </a:ext>
            </a:extLst>
          </p:cNvPr>
          <p:cNvCxnSpPr>
            <a:cxnSpLocks/>
          </p:cNvCxnSpPr>
          <p:nvPr/>
        </p:nvCxnSpPr>
        <p:spPr>
          <a:xfrm>
            <a:off x="9781685" y="6448393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Connecteur droit 449">
            <a:extLst>
              <a:ext uri="{FF2B5EF4-FFF2-40B4-BE49-F238E27FC236}">
                <a16:creationId xmlns:a16="http://schemas.microsoft.com/office/drawing/2014/main" id="{3195BA4E-68D0-4652-BE47-FB0E056960B8}"/>
              </a:ext>
            </a:extLst>
          </p:cNvPr>
          <p:cNvCxnSpPr>
            <a:cxnSpLocks/>
          </p:cNvCxnSpPr>
          <p:nvPr/>
        </p:nvCxnSpPr>
        <p:spPr>
          <a:xfrm flipV="1">
            <a:off x="9810624" y="6433400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Connecteur droit 450">
            <a:extLst>
              <a:ext uri="{FF2B5EF4-FFF2-40B4-BE49-F238E27FC236}">
                <a16:creationId xmlns:a16="http://schemas.microsoft.com/office/drawing/2014/main" id="{CFF6DBBD-1DDB-44A1-A8E0-D926DD6CA244}"/>
              </a:ext>
            </a:extLst>
          </p:cNvPr>
          <p:cNvCxnSpPr>
            <a:cxnSpLocks/>
          </p:cNvCxnSpPr>
          <p:nvPr/>
        </p:nvCxnSpPr>
        <p:spPr>
          <a:xfrm>
            <a:off x="10252551" y="4889121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Connecteur droit 451">
            <a:extLst>
              <a:ext uri="{FF2B5EF4-FFF2-40B4-BE49-F238E27FC236}">
                <a16:creationId xmlns:a16="http://schemas.microsoft.com/office/drawing/2014/main" id="{8510FA26-FCFF-4391-91D0-2A2418E3BDEE}"/>
              </a:ext>
            </a:extLst>
          </p:cNvPr>
          <p:cNvCxnSpPr>
            <a:cxnSpLocks/>
          </p:cNvCxnSpPr>
          <p:nvPr/>
        </p:nvCxnSpPr>
        <p:spPr>
          <a:xfrm>
            <a:off x="10221326" y="4889121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Connecteur droit 452">
            <a:extLst>
              <a:ext uri="{FF2B5EF4-FFF2-40B4-BE49-F238E27FC236}">
                <a16:creationId xmlns:a16="http://schemas.microsoft.com/office/drawing/2014/main" id="{B9DCDCF6-2BD9-4C17-B068-D6055D5CBFBA}"/>
              </a:ext>
            </a:extLst>
          </p:cNvPr>
          <p:cNvCxnSpPr>
            <a:cxnSpLocks/>
          </p:cNvCxnSpPr>
          <p:nvPr/>
        </p:nvCxnSpPr>
        <p:spPr>
          <a:xfrm>
            <a:off x="10273006" y="4889121"/>
            <a:ext cx="0" cy="80373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Connecteur droit 453">
            <a:extLst>
              <a:ext uri="{FF2B5EF4-FFF2-40B4-BE49-F238E27FC236}">
                <a16:creationId xmlns:a16="http://schemas.microsoft.com/office/drawing/2014/main" id="{AB8AD791-E161-4ED4-8C1B-7AFE3B571117}"/>
              </a:ext>
            </a:extLst>
          </p:cNvPr>
          <p:cNvCxnSpPr>
            <a:cxnSpLocks/>
          </p:cNvCxnSpPr>
          <p:nvPr/>
        </p:nvCxnSpPr>
        <p:spPr>
          <a:xfrm>
            <a:off x="10250265" y="4889121"/>
            <a:ext cx="1041114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Connecteur droit 454">
            <a:extLst>
              <a:ext uri="{FF2B5EF4-FFF2-40B4-BE49-F238E27FC236}">
                <a16:creationId xmlns:a16="http://schemas.microsoft.com/office/drawing/2014/main" id="{4824870A-7BB3-4BDF-A345-3D737B32B86C}"/>
              </a:ext>
            </a:extLst>
          </p:cNvPr>
          <p:cNvCxnSpPr>
            <a:cxnSpLocks/>
          </p:cNvCxnSpPr>
          <p:nvPr/>
        </p:nvCxnSpPr>
        <p:spPr>
          <a:xfrm flipH="1">
            <a:off x="8714463" y="4889121"/>
            <a:ext cx="1535802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6" name="Image 455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59FFB24E-D2C9-4B9D-846A-9B3E614ED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976" y="5659286"/>
            <a:ext cx="214699" cy="214699"/>
          </a:xfrm>
          <a:prstGeom prst="rect">
            <a:avLst/>
          </a:prstGeom>
        </p:spPr>
      </p:pic>
      <p:cxnSp>
        <p:nvCxnSpPr>
          <p:cNvPr id="457" name="Connecteur droit 456">
            <a:extLst>
              <a:ext uri="{FF2B5EF4-FFF2-40B4-BE49-F238E27FC236}">
                <a16:creationId xmlns:a16="http://schemas.microsoft.com/office/drawing/2014/main" id="{5567EC27-0690-4D78-A9C0-D92C5E0A6917}"/>
              </a:ext>
            </a:extLst>
          </p:cNvPr>
          <p:cNvCxnSpPr>
            <a:cxnSpLocks/>
          </p:cNvCxnSpPr>
          <p:nvPr/>
        </p:nvCxnSpPr>
        <p:spPr>
          <a:xfrm>
            <a:off x="10222027" y="5701072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Connecteur droit 457">
            <a:extLst>
              <a:ext uri="{FF2B5EF4-FFF2-40B4-BE49-F238E27FC236}">
                <a16:creationId xmlns:a16="http://schemas.microsoft.com/office/drawing/2014/main" id="{A983CDF1-5442-464E-AAEE-9DEA85E3D7A0}"/>
              </a:ext>
            </a:extLst>
          </p:cNvPr>
          <p:cNvCxnSpPr>
            <a:cxnSpLocks/>
          </p:cNvCxnSpPr>
          <p:nvPr/>
        </p:nvCxnSpPr>
        <p:spPr>
          <a:xfrm flipV="1">
            <a:off x="10250966" y="5686079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Connecteur droit 458">
            <a:extLst>
              <a:ext uri="{FF2B5EF4-FFF2-40B4-BE49-F238E27FC236}">
                <a16:creationId xmlns:a16="http://schemas.microsoft.com/office/drawing/2014/main" id="{A6CD2EA9-15ED-41BE-9B40-04DFE5A52E53}"/>
              </a:ext>
            </a:extLst>
          </p:cNvPr>
          <p:cNvCxnSpPr>
            <a:cxnSpLocks/>
          </p:cNvCxnSpPr>
          <p:nvPr/>
        </p:nvCxnSpPr>
        <p:spPr>
          <a:xfrm>
            <a:off x="10222027" y="5579958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Connecteur droit 459">
            <a:extLst>
              <a:ext uri="{FF2B5EF4-FFF2-40B4-BE49-F238E27FC236}">
                <a16:creationId xmlns:a16="http://schemas.microsoft.com/office/drawing/2014/main" id="{06E18A1A-94FF-410D-93D9-6A01D74FBAF3}"/>
              </a:ext>
            </a:extLst>
          </p:cNvPr>
          <p:cNvCxnSpPr>
            <a:cxnSpLocks/>
          </p:cNvCxnSpPr>
          <p:nvPr/>
        </p:nvCxnSpPr>
        <p:spPr>
          <a:xfrm>
            <a:off x="10273707" y="5579958"/>
            <a:ext cx="0" cy="12111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Connecteur droit 460">
            <a:extLst>
              <a:ext uri="{FF2B5EF4-FFF2-40B4-BE49-F238E27FC236}">
                <a16:creationId xmlns:a16="http://schemas.microsoft.com/office/drawing/2014/main" id="{A510A8BB-CE55-4A5F-8347-9BBA633BFD9D}"/>
              </a:ext>
            </a:extLst>
          </p:cNvPr>
          <p:cNvCxnSpPr>
            <a:cxnSpLocks/>
          </p:cNvCxnSpPr>
          <p:nvPr/>
        </p:nvCxnSpPr>
        <p:spPr>
          <a:xfrm>
            <a:off x="10254686" y="5579958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2" name="Image 461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30ABDE80-D29B-408B-AC30-35FB12401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792" y="6311185"/>
            <a:ext cx="214699" cy="214699"/>
          </a:xfrm>
          <a:prstGeom prst="rect">
            <a:avLst/>
          </a:prstGeom>
        </p:spPr>
      </p:pic>
      <p:cxnSp>
        <p:nvCxnSpPr>
          <p:cNvPr id="463" name="Connecteur droit 462">
            <a:extLst>
              <a:ext uri="{FF2B5EF4-FFF2-40B4-BE49-F238E27FC236}">
                <a16:creationId xmlns:a16="http://schemas.microsoft.com/office/drawing/2014/main" id="{F9F9A1BE-6635-4CFB-88BC-180BF1F9143C}"/>
              </a:ext>
            </a:extLst>
          </p:cNvPr>
          <p:cNvCxnSpPr>
            <a:cxnSpLocks/>
          </p:cNvCxnSpPr>
          <p:nvPr/>
        </p:nvCxnSpPr>
        <p:spPr>
          <a:xfrm>
            <a:off x="11259496" y="3598688"/>
            <a:ext cx="0" cy="181710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Connecteur droit 463">
            <a:extLst>
              <a:ext uri="{FF2B5EF4-FFF2-40B4-BE49-F238E27FC236}">
                <a16:creationId xmlns:a16="http://schemas.microsoft.com/office/drawing/2014/main" id="{A707EBB4-54E8-479D-8EE4-F768C049C492}"/>
              </a:ext>
            </a:extLst>
          </p:cNvPr>
          <p:cNvCxnSpPr>
            <a:cxnSpLocks/>
          </p:cNvCxnSpPr>
          <p:nvPr/>
        </p:nvCxnSpPr>
        <p:spPr>
          <a:xfrm>
            <a:off x="11233656" y="3598688"/>
            <a:ext cx="0" cy="183195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Connecteur droit 464">
            <a:extLst>
              <a:ext uri="{FF2B5EF4-FFF2-40B4-BE49-F238E27FC236}">
                <a16:creationId xmlns:a16="http://schemas.microsoft.com/office/drawing/2014/main" id="{DFE5283B-0C74-4DB6-8BC1-673FDC435970}"/>
              </a:ext>
            </a:extLst>
          </p:cNvPr>
          <p:cNvCxnSpPr>
            <a:cxnSpLocks/>
          </p:cNvCxnSpPr>
          <p:nvPr/>
        </p:nvCxnSpPr>
        <p:spPr>
          <a:xfrm>
            <a:off x="11278326" y="3598688"/>
            <a:ext cx="1" cy="183656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Connecteur droit 465">
            <a:extLst>
              <a:ext uri="{FF2B5EF4-FFF2-40B4-BE49-F238E27FC236}">
                <a16:creationId xmlns:a16="http://schemas.microsoft.com/office/drawing/2014/main" id="{BB4E5C9B-4DDC-41E2-9D13-D34D06544C88}"/>
              </a:ext>
            </a:extLst>
          </p:cNvPr>
          <p:cNvCxnSpPr>
            <a:cxnSpLocks/>
          </p:cNvCxnSpPr>
          <p:nvPr/>
        </p:nvCxnSpPr>
        <p:spPr>
          <a:xfrm flipH="1">
            <a:off x="11016237" y="3495545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Connecteur droit 466">
            <a:extLst>
              <a:ext uri="{FF2B5EF4-FFF2-40B4-BE49-F238E27FC236}">
                <a16:creationId xmlns:a16="http://schemas.microsoft.com/office/drawing/2014/main" id="{8BCA3927-D4D0-4929-A954-1D9C80AFDA8D}"/>
              </a:ext>
            </a:extLst>
          </p:cNvPr>
          <p:cNvCxnSpPr>
            <a:cxnSpLocks/>
          </p:cNvCxnSpPr>
          <p:nvPr/>
        </p:nvCxnSpPr>
        <p:spPr>
          <a:xfrm flipH="1">
            <a:off x="11120164" y="3560482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Connecteur droit 467">
            <a:extLst>
              <a:ext uri="{FF2B5EF4-FFF2-40B4-BE49-F238E27FC236}">
                <a16:creationId xmlns:a16="http://schemas.microsoft.com/office/drawing/2014/main" id="{46C310CC-B513-4274-B532-1909C68E9C86}"/>
              </a:ext>
            </a:extLst>
          </p:cNvPr>
          <p:cNvCxnSpPr>
            <a:cxnSpLocks/>
          </p:cNvCxnSpPr>
          <p:nvPr/>
        </p:nvCxnSpPr>
        <p:spPr>
          <a:xfrm>
            <a:off x="11016237" y="3520235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Connecteur droit 468">
            <a:extLst>
              <a:ext uri="{FF2B5EF4-FFF2-40B4-BE49-F238E27FC236}">
                <a16:creationId xmlns:a16="http://schemas.microsoft.com/office/drawing/2014/main" id="{EB291436-C9A3-43BC-A9E9-A0E47B350BE9}"/>
              </a:ext>
            </a:extLst>
          </p:cNvPr>
          <p:cNvCxnSpPr>
            <a:cxnSpLocks/>
          </p:cNvCxnSpPr>
          <p:nvPr/>
        </p:nvCxnSpPr>
        <p:spPr>
          <a:xfrm>
            <a:off x="11217485" y="3495545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Connecteur droit 469">
            <a:extLst>
              <a:ext uri="{FF2B5EF4-FFF2-40B4-BE49-F238E27FC236}">
                <a16:creationId xmlns:a16="http://schemas.microsoft.com/office/drawing/2014/main" id="{A506BFC2-CD3B-4D0E-99F4-D104CC91BAEA}"/>
              </a:ext>
            </a:extLst>
          </p:cNvPr>
          <p:cNvCxnSpPr>
            <a:cxnSpLocks/>
          </p:cNvCxnSpPr>
          <p:nvPr/>
        </p:nvCxnSpPr>
        <p:spPr>
          <a:xfrm>
            <a:off x="11016237" y="3514977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Connecteur droit 470">
            <a:extLst>
              <a:ext uri="{FF2B5EF4-FFF2-40B4-BE49-F238E27FC236}">
                <a16:creationId xmlns:a16="http://schemas.microsoft.com/office/drawing/2014/main" id="{A4EA000E-7EEE-4A8F-BD04-730B47031471}"/>
              </a:ext>
            </a:extLst>
          </p:cNvPr>
          <p:cNvCxnSpPr>
            <a:cxnSpLocks/>
          </p:cNvCxnSpPr>
          <p:nvPr/>
        </p:nvCxnSpPr>
        <p:spPr>
          <a:xfrm>
            <a:off x="11120549" y="3576711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Connecteur droit 471">
            <a:extLst>
              <a:ext uri="{FF2B5EF4-FFF2-40B4-BE49-F238E27FC236}">
                <a16:creationId xmlns:a16="http://schemas.microsoft.com/office/drawing/2014/main" id="{E3140569-654B-4679-80D8-268F42A15A15}"/>
              </a:ext>
            </a:extLst>
          </p:cNvPr>
          <p:cNvCxnSpPr>
            <a:cxnSpLocks/>
          </p:cNvCxnSpPr>
          <p:nvPr/>
        </p:nvCxnSpPr>
        <p:spPr>
          <a:xfrm>
            <a:off x="11330354" y="3559749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Connecteur droit 472">
            <a:extLst>
              <a:ext uri="{FF2B5EF4-FFF2-40B4-BE49-F238E27FC236}">
                <a16:creationId xmlns:a16="http://schemas.microsoft.com/office/drawing/2014/main" id="{061732CB-5745-4BF0-891E-2AD80FCABBFD}"/>
              </a:ext>
            </a:extLst>
          </p:cNvPr>
          <p:cNvCxnSpPr>
            <a:cxnSpLocks/>
          </p:cNvCxnSpPr>
          <p:nvPr/>
        </p:nvCxnSpPr>
        <p:spPr>
          <a:xfrm flipH="1">
            <a:off x="11120164" y="3592964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onnecteur droit 473">
            <a:extLst>
              <a:ext uri="{FF2B5EF4-FFF2-40B4-BE49-F238E27FC236}">
                <a16:creationId xmlns:a16="http://schemas.microsoft.com/office/drawing/2014/main" id="{9680F59D-1446-4022-91F2-F9F8C93692C2}"/>
              </a:ext>
            </a:extLst>
          </p:cNvPr>
          <p:cNvCxnSpPr>
            <a:cxnSpLocks/>
          </p:cNvCxnSpPr>
          <p:nvPr/>
        </p:nvCxnSpPr>
        <p:spPr>
          <a:xfrm>
            <a:off x="11013901" y="3553723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Connecteur droit 474">
            <a:extLst>
              <a:ext uri="{FF2B5EF4-FFF2-40B4-BE49-F238E27FC236}">
                <a16:creationId xmlns:a16="http://schemas.microsoft.com/office/drawing/2014/main" id="{2D24D5D1-824E-4924-A202-D36102A03B4C}"/>
              </a:ext>
            </a:extLst>
          </p:cNvPr>
          <p:cNvCxnSpPr>
            <a:cxnSpLocks/>
          </p:cNvCxnSpPr>
          <p:nvPr/>
        </p:nvCxnSpPr>
        <p:spPr>
          <a:xfrm flipV="1">
            <a:off x="11120736" y="3661217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Connecteur droit 475">
            <a:extLst>
              <a:ext uri="{FF2B5EF4-FFF2-40B4-BE49-F238E27FC236}">
                <a16:creationId xmlns:a16="http://schemas.microsoft.com/office/drawing/2014/main" id="{273DF737-CC0E-4686-8AA5-88E34CAC0141}"/>
              </a:ext>
            </a:extLst>
          </p:cNvPr>
          <p:cNvCxnSpPr>
            <a:cxnSpLocks/>
          </p:cNvCxnSpPr>
          <p:nvPr/>
        </p:nvCxnSpPr>
        <p:spPr>
          <a:xfrm>
            <a:off x="11124562" y="5499884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Connecteur droit 476">
            <a:extLst>
              <a:ext uri="{FF2B5EF4-FFF2-40B4-BE49-F238E27FC236}">
                <a16:creationId xmlns:a16="http://schemas.microsoft.com/office/drawing/2014/main" id="{64711F04-ACF2-4536-806D-9DE1AE356EA7}"/>
              </a:ext>
            </a:extLst>
          </p:cNvPr>
          <p:cNvCxnSpPr>
            <a:cxnSpLocks/>
          </p:cNvCxnSpPr>
          <p:nvPr/>
        </p:nvCxnSpPr>
        <p:spPr>
          <a:xfrm>
            <a:off x="11088939" y="5499883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Connecteur droit 477">
            <a:extLst>
              <a:ext uri="{FF2B5EF4-FFF2-40B4-BE49-F238E27FC236}">
                <a16:creationId xmlns:a16="http://schemas.microsoft.com/office/drawing/2014/main" id="{B09254D6-9839-4CE9-A0EF-00633FF64F5D}"/>
              </a:ext>
            </a:extLst>
          </p:cNvPr>
          <p:cNvCxnSpPr>
            <a:cxnSpLocks/>
          </p:cNvCxnSpPr>
          <p:nvPr/>
        </p:nvCxnSpPr>
        <p:spPr>
          <a:xfrm>
            <a:off x="11146274" y="5499883"/>
            <a:ext cx="0" cy="83309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Connecteur droit 478">
            <a:extLst>
              <a:ext uri="{FF2B5EF4-FFF2-40B4-BE49-F238E27FC236}">
                <a16:creationId xmlns:a16="http://schemas.microsoft.com/office/drawing/2014/main" id="{054D6E3A-F939-45C9-89FE-180CB2197432}"/>
              </a:ext>
            </a:extLst>
          </p:cNvPr>
          <p:cNvCxnSpPr>
            <a:cxnSpLocks/>
          </p:cNvCxnSpPr>
          <p:nvPr/>
        </p:nvCxnSpPr>
        <p:spPr>
          <a:xfrm flipV="1">
            <a:off x="11120164" y="6327725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Connecteur droit 479">
            <a:extLst>
              <a:ext uri="{FF2B5EF4-FFF2-40B4-BE49-F238E27FC236}">
                <a16:creationId xmlns:a16="http://schemas.microsoft.com/office/drawing/2014/main" id="{F970F071-F94D-47EE-802D-CEFF1690EE15}"/>
              </a:ext>
            </a:extLst>
          </p:cNvPr>
          <p:cNvCxnSpPr>
            <a:cxnSpLocks/>
          </p:cNvCxnSpPr>
          <p:nvPr/>
        </p:nvCxnSpPr>
        <p:spPr>
          <a:xfrm>
            <a:off x="11084793" y="6344674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Connecteur droit 480">
            <a:extLst>
              <a:ext uri="{FF2B5EF4-FFF2-40B4-BE49-F238E27FC236}">
                <a16:creationId xmlns:a16="http://schemas.microsoft.com/office/drawing/2014/main" id="{620A083F-C4DC-4524-A426-8B72B173D74B}"/>
              </a:ext>
            </a:extLst>
          </p:cNvPr>
          <p:cNvCxnSpPr>
            <a:cxnSpLocks/>
          </p:cNvCxnSpPr>
          <p:nvPr/>
        </p:nvCxnSpPr>
        <p:spPr>
          <a:xfrm>
            <a:off x="10276259" y="4866170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Connecteur droit 481">
            <a:extLst>
              <a:ext uri="{FF2B5EF4-FFF2-40B4-BE49-F238E27FC236}">
                <a16:creationId xmlns:a16="http://schemas.microsoft.com/office/drawing/2014/main" id="{5B8CAC6D-A9AC-4BEC-BFC0-01B8B158DCD9}"/>
              </a:ext>
            </a:extLst>
          </p:cNvPr>
          <p:cNvCxnSpPr>
            <a:cxnSpLocks/>
          </p:cNvCxnSpPr>
          <p:nvPr/>
        </p:nvCxnSpPr>
        <p:spPr>
          <a:xfrm>
            <a:off x="10214373" y="4881013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Connecteur droit 482">
            <a:extLst>
              <a:ext uri="{FF2B5EF4-FFF2-40B4-BE49-F238E27FC236}">
                <a16:creationId xmlns:a16="http://schemas.microsoft.com/office/drawing/2014/main" id="{E7C2BF2F-0115-4BEA-8155-B9154A52122A}"/>
              </a:ext>
            </a:extLst>
          </p:cNvPr>
          <p:cNvCxnSpPr>
            <a:cxnSpLocks/>
          </p:cNvCxnSpPr>
          <p:nvPr/>
        </p:nvCxnSpPr>
        <p:spPr>
          <a:xfrm flipV="1">
            <a:off x="10214373" y="4871415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Connecteur droit 483">
            <a:extLst>
              <a:ext uri="{FF2B5EF4-FFF2-40B4-BE49-F238E27FC236}">
                <a16:creationId xmlns:a16="http://schemas.microsoft.com/office/drawing/2014/main" id="{B206FD99-043C-446A-99F5-16BB426724D3}"/>
              </a:ext>
            </a:extLst>
          </p:cNvPr>
          <p:cNvCxnSpPr>
            <a:cxnSpLocks/>
          </p:cNvCxnSpPr>
          <p:nvPr/>
        </p:nvCxnSpPr>
        <p:spPr>
          <a:xfrm flipH="1" flipV="1">
            <a:off x="10172341" y="4856195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Connecteur droit 484">
            <a:extLst>
              <a:ext uri="{FF2B5EF4-FFF2-40B4-BE49-F238E27FC236}">
                <a16:creationId xmlns:a16="http://schemas.microsoft.com/office/drawing/2014/main" id="{36EA14EB-59F7-4293-8665-19F443DADCC8}"/>
              </a:ext>
            </a:extLst>
          </p:cNvPr>
          <p:cNvCxnSpPr>
            <a:cxnSpLocks/>
          </p:cNvCxnSpPr>
          <p:nvPr/>
        </p:nvCxnSpPr>
        <p:spPr>
          <a:xfrm flipH="1" flipV="1">
            <a:off x="10243311" y="4846260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Connecteur droit 485">
            <a:extLst>
              <a:ext uri="{FF2B5EF4-FFF2-40B4-BE49-F238E27FC236}">
                <a16:creationId xmlns:a16="http://schemas.microsoft.com/office/drawing/2014/main" id="{ACBC99D8-26DD-4660-84A6-183944F9325D}"/>
              </a:ext>
            </a:extLst>
          </p:cNvPr>
          <p:cNvCxnSpPr>
            <a:cxnSpLocks/>
          </p:cNvCxnSpPr>
          <p:nvPr/>
        </p:nvCxnSpPr>
        <p:spPr>
          <a:xfrm flipH="1" flipV="1">
            <a:off x="10166144" y="4900804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Connecteur droit 486">
            <a:extLst>
              <a:ext uri="{FF2B5EF4-FFF2-40B4-BE49-F238E27FC236}">
                <a16:creationId xmlns:a16="http://schemas.microsoft.com/office/drawing/2014/main" id="{BFACFBE9-D44D-496B-896D-D2C7F9A10175}"/>
              </a:ext>
            </a:extLst>
          </p:cNvPr>
          <p:cNvCxnSpPr>
            <a:cxnSpLocks/>
          </p:cNvCxnSpPr>
          <p:nvPr/>
        </p:nvCxnSpPr>
        <p:spPr>
          <a:xfrm flipV="1">
            <a:off x="10215152" y="4916406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Connecteur droit 487">
            <a:extLst>
              <a:ext uri="{FF2B5EF4-FFF2-40B4-BE49-F238E27FC236}">
                <a16:creationId xmlns:a16="http://schemas.microsoft.com/office/drawing/2014/main" id="{312D3BBC-C602-4544-AB03-9F6EF18FB234}"/>
              </a:ext>
            </a:extLst>
          </p:cNvPr>
          <p:cNvCxnSpPr>
            <a:cxnSpLocks/>
          </p:cNvCxnSpPr>
          <p:nvPr/>
        </p:nvCxnSpPr>
        <p:spPr>
          <a:xfrm flipV="1">
            <a:off x="10168362" y="4850998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Connecteur droit 488">
            <a:extLst>
              <a:ext uri="{FF2B5EF4-FFF2-40B4-BE49-F238E27FC236}">
                <a16:creationId xmlns:a16="http://schemas.microsoft.com/office/drawing/2014/main" id="{499A783F-370B-4AD9-A477-0002875FE53F}"/>
              </a:ext>
            </a:extLst>
          </p:cNvPr>
          <p:cNvCxnSpPr>
            <a:cxnSpLocks/>
          </p:cNvCxnSpPr>
          <p:nvPr/>
        </p:nvCxnSpPr>
        <p:spPr>
          <a:xfrm flipV="1">
            <a:off x="10162961" y="4844795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Connecteur droit 489">
            <a:extLst>
              <a:ext uri="{FF2B5EF4-FFF2-40B4-BE49-F238E27FC236}">
                <a16:creationId xmlns:a16="http://schemas.microsoft.com/office/drawing/2014/main" id="{96DDDC3B-8BE1-444F-866B-809F16B9B36A}"/>
              </a:ext>
            </a:extLst>
          </p:cNvPr>
          <p:cNvCxnSpPr>
            <a:cxnSpLocks/>
          </p:cNvCxnSpPr>
          <p:nvPr/>
        </p:nvCxnSpPr>
        <p:spPr>
          <a:xfrm>
            <a:off x="10222852" y="4912932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Connecteur droit 490">
            <a:extLst>
              <a:ext uri="{FF2B5EF4-FFF2-40B4-BE49-F238E27FC236}">
                <a16:creationId xmlns:a16="http://schemas.microsoft.com/office/drawing/2014/main" id="{C67DAD74-DC11-4B04-8773-9FCB66EF1326}"/>
              </a:ext>
            </a:extLst>
          </p:cNvPr>
          <p:cNvCxnSpPr>
            <a:cxnSpLocks/>
          </p:cNvCxnSpPr>
          <p:nvPr/>
        </p:nvCxnSpPr>
        <p:spPr>
          <a:xfrm>
            <a:off x="10220632" y="4898450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Connecteur droit 491">
            <a:extLst>
              <a:ext uri="{FF2B5EF4-FFF2-40B4-BE49-F238E27FC236}">
                <a16:creationId xmlns:a16="http://schemas.microsoft.com/office/drawing/2014/main" id="{21ABC1CF-0BAD-491A-9972-D6CBA7373022}"/>
              </a:ext>
            </a:extLst>
          </p:cNvPr>
          <p:cNvCxnSpPr>
            <a:cxnSpLocks/>
          </p:cNvCxnSpPr>
          <p:nvPr/>
        </p:nvCxnSpPr>
        <p:spPr>
          <a:xfrm>
            <a:off x="10175963" y="4888024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Connecteur droit 492">
            <a:extLst>
              <a:ext uri="{FF2B5EF4-FFF2-40B4-BE49-F238E27FC236}">
                <a16:creationId xmlns:a16="http://schemas.microsoft.com/office/drawing/2014/main" id="{986406DC-4E7C-4CBA-BE84-9CC103C2D23C}"/>
              </a:ext>
            </a:extLst>
          </p:cNvPr>
          <p:cNvCxnSpPr>
            <a:cxnSpLocks/>
          </p:cNvCxnSpPr>
          <p:nvPr/>
        </p:nvCxnSpPr>
        <p:spPr>
          <a:xfrm>
            <a:off x="10189169" y="4872580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Connecteur droit 493">
            <a:extLst>
              <a:ext uri="{FF2B5EF4-FFF2-40B4-BE49-F238E27FC236}">
                <a16:creationId xmlns:a16="http://schemas.microsoft.com/office/drawing/2014/main" id="{AD3D106B-DE9B-4B0F-ADD2-D9CEEBAB2998}"/>
              </a:ext>
            </a:extLst>
          </p:cNvPr>
          <p:cNvCxnSpPr>
            <a:cxnSpLocks/>
          </p:cNvCxnSpPr>
          <p:nvPr/>
        </p:nvCxnSpPr>
        <p:spPr>
          <a:xfrm>
            <a:off x="10213437" y="4878308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Connecteur droit 494">
            <a:extLst>
              <a:ext uri="{FF2B5EF4-FFF2-40B4-BE49-F238E27FC236}">
                <a16:creationId xmlns:a16="http://schemas.microsoft.com/office/drawing/2014/main" id="{40A3FEED-F2D7-4316-8631-7BAAF0A23FE9}"/>
              </a:ext>
            </a:extLst>
          </p:cNvPr>
          <p:cNvCxnSpPr>
            <a:cxnSpLocks/>
          </p:cNvCxnSpPr>
          <p:nvPr/>
        </p:nvCxnSpPr>
        <p:spPr>
          <a:xfrm>
            <a:off x="10202938" y="486915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Connecteur droit 495">
            <a:extLst>
              <a:ext uri="{FF2B5EF4-FFF2-40B4-BE49-F238E27FC236}">
                <a16:creationId xmlns:a16="http://schemas.microsoft.com/office/drawing/2014/main" id="{5164C852-11B3-45F6-82B8-C171B6C72F3D}"/>
              </a:ext>
            </a:extLst>
          </p:cNvPr>
          <p:cNvCxnSpPr>
            <a:cxnSpLocks/>
          </p:cNvCxnSpPr>
          <p:nvPr/>
        </p:nvCxnSpPr>
        <p:spPr>
          <a:xfrm>
            <a:off x="10173093" y="488313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Connecteur droit 496">
            <a:extLst>
              <a:ext uri="{FF2B5EF4-FFF2-40B4-BE49-F238E27FC236}">
                <a16:creationId xmlns:a16="http://schemas.microsoft.com/office/drawing/2014/main" id="{E533FD36-662A-4CC0-B553-594CCCD85BD3}"/>
              </a:ext>
            </a:extLst>
          </p:cNvPr>
          <p:cNvCxnSpPr>
            <a:cxnSpLocks/>
          </p:cNvCxnSpPr>
          <p:nvPr/>
        </p:nvCxnSpPr>
        <p:spPr>
          <a:xfrm>
            <a:off x="10202676" y="4899860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Connecteur droit 497">
            <a:extLst>
              <a:ext uri="{FF2B5EF4-FFF2-40B4-BE49-F238E27FC236}">
                <a16:creationId xmlns:a16="http://schemas.microsoft.com/office/drawing/2014/main" id="{BDE9C524-60AB-4236-BCC7-A942E5950597}"/>
              </a:ext>
            </a:extLst>
          </p:cNvPr>
          <p:cNvCxnSpPr>
            <a:cxnSpLocks/>
          </p:cNvCxnSpPr>
          <p:nvPr/>
        </p:nvCxnSpPr>
        <p:spPr>
          <a:xfrm>
            <a:off x="10275480" y="4862806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Connecteur droit 498">
            <a:extLst>
              <a:ext uri="{FF2B5EF4-FFF2-40B4-BE49-F238E27FC236}">
                <a16:creationId xmlns:a16="http://schemas.microsoft.com/office/drawing/2014/main" id="{01DF9792-C7E5-432F-85F8-4303DA631FD3}"/>
              </a:ext>
            </a:extLst>
          </p:cNvPr>
          <p:cNvCxnSpPr>
            <a:cxnSpLocks/>
          </p:cNvCxnSpPr>
          <p:nvPr/>
        </p:nvCxnSpPr>
        <p:spPr>
          <a:xfrm>
            <a:off x="10213594" y="4877649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Connecteur droit 499">
            <a:extLst>
              <a:ext uri="{FF2B5EF4-FFF2-40B4-BE49-F238E27FC236}">
                <a16:creationId xmlns:a16="http://schemas.microsoft.com/office/drawing/2014/main" id="{8F1B4B72-5451-4EDF-92AC-7060F9265623}"/>
              </a:ext>
            </a:extLst>
          </p:cNvPr>
          <p:cNvCxnSpPr>
            <a:cxnSpLocks/>
          </p:cNvCxnSpPr>
          <p:nvPr/>
        </p:nvCxnSpPr>
        <p:spPr>
          <a:xfrm flipV="1">
            <a:off x="10218543" y="4868151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Connecteur droit 500">
            <a:extLst>
              <a:ext uri="{FF2B5EF4-FFF2-40B4-BE49-F238E27FC236}">
                <a16:creationId xmlns:a16="http://schemas.microsoft.com/office/drawing/2014/main" id="{9D86C6F9-ADCD-41A5-BA79-EEB98519DFFB}"/>
              </a:ext>
            </a:extLst>
          </p:cNvPr>
          <p:cNvCxnSpPr>
            <a:cxnSpLocks/>
          </p:cNvCxnSpPr>
          <p:nvPr/>
        </p:nvCxnSpPr>
        <p:spPr>
          <a:xfrm flipH="1" flipV="1">
            <a:off x="10171562" y="4852831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Connecteur droit 501">
            <a:extLst>
              <a:ext uri="{FF2B5EF4-FFF2-40B4-BE49-F238E27FC236}">
                <a16:creationId xmlns:a16="http://schemas.microsoft.com/office/drawing/2014/main" id="{6BB58465-FC43-4F8A-8B4B-2208AA93D42B}"/>
              </a:ext>
            </a:extLst>
          </p:cNvPr>
          <p:cNvCxnSpPr>
            <a:cxnSpLocks/>
          </p:cNvCxnSpPr>
          <p:nvPr/>
        </p:nvCxnSpPr>
        <p:spPr>
          <a:xfrm flipH="1" flipV="1">
            <a:off x="10242532" y="4842896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Connecteur droit 502">
            <a:extLst>
              <a:ext uri="{FF2B5EF4-FFF2-40B4-BE49-F238E27FC236}">
                <a16:creationId xmlns:a16="http://schemas.microsoft.com/office/drawing/2014/main" id="{DA904ABA-B91E-4D70-ADED-1B1E6FA4864B}"/>
              </a:ext>
            </a:extLst>
          </p:cNvPr>
          <p:cNvCxnSpPr>
            <a:cxnSpLocks/>
          </p:cNvCxnSpPr>
          <p:nvPr/>
        </p:nvCxnSpPr>
        <p:spPr>
          <a:xfrm flipH="1" flipV="1">
            <a:off x="10165365" y="4897440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Connecteur droit 503">
            <a:extLst>
              <a:ext uri="{FF2B5EF4-FFF2-40B4-BE49-F238E27FC236}">
                <a16:creationId xmlns:a16="http://schemas.microsoft.com/office/drawing/2014/main" id="{22B9D2CC-9B75-4190-8AAF-AD43010C94B1}"/>
              </a:ext>
            </a:extLst>
          </p:cNvPr>
          <p:cNvCxnSpPr>
            <a:cxnSpLocks/>
          </p:cNvCxnSpPr>
          <p:nvPr/>
        </p:nvCxnSpPr>
        <p:spPr>
          <a:xfrm flipV="1">
            <a:off x="10214373" y="4913042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5" name="Connecteur droit 504">
            <a:extLst>
              <a:ext uri="{FF2B5EF4-FFF2-40B4-BE49-F238E27FC236}">
                <a16:creationId xmlns:a16="http://schemas.microsoft.com/office/drawing/2014/main" id="{51F18157-4301-40A3-B03B-09730E59829B}"/>
              </a:ext>
            </a:extLst>
          </p:cNvPr>
          <p:cNvCxnSpPr>
            <a:cxnSpLocks/>
          </p:cNvCxnSpPr>
          <p:nvPr/>
        </p:nvCxnSpPr>
        <p:spPr>
          <a:xfrm flipV="1">
            <a:off x="10167583" y="4847634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Connecteur droit 505">
            <a:extLst>
              <a:ext uri="{FF2B5EF4-FFF2-40B4-BE49-F238E27FC236}">
                <a16:creationId xmlns:a16="http://schemas.microsoft.com/office/drawing/2014/main" id="{1FB4C0A3-4495-4423-94B6-81AC4F217A45}"/>
              </a:ext>
            </a:extLst>
          </p:cNvPr>
          <p:cNvCxnSpPr>
            <a:cxnSpLocks/>
          </p:cNvCxnSpPr>
          <p:nvPr/>
        </p:nvCxnSpPr>
        <p:spPr>
          <a:xfrm flipV="1">
            <a:off x="10162182" y="4841431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Connecteur droit 506">
            <a:extLst>
              <a:ext uri="{FF2B5EF4-FFF2-40B4-BE49-F238E27FC236}">
                <a16:creationId xmlns:a16="http://schemas.microsoft.com/office/drawing/2014/main" id="{A7ECEA07-7E51-4E74-A83D-965207DDBCDE}"/>
              </a:ext>
            </a:extLst>
          </p:cNvPr>
          <p:cNvCxnSpPr>
            <a:cxnSpLocks/>
          </p:cNvCxnSpPr>
          <p:nvPr/>
        </p:nvCxnSpPr>
        <p:spPr>
          <a:xfrm>
            <a:off x="11071791" y="3585901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Connecteur droit 507">
            <a:extLst>
              <a:ext uri="{FF2B5EF4-FFF2-40B4-BE49-F238E27FC236}">
                <a16:creationId xmlns:a16="http://schemas.microsoft.com/office/drawing/2014/main" id="{D38F5376-4E8E-4FB2-90D7-2383377CE80B}"/>
              </a:ext>
            </a:extLst>
          </p:cNvPr>
          <p:cNvCxnSpPr>
            <a:cxnSpLocks/>
          </p:cNvCxnSpPr>
          <p:nvPr/>
        </p:nvCxnSpPr>
        <p:spPr>
          <a:xfrm>
            <a:off x="11064385" y="3640243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Connecteur droit 508">
            <a:extLst>
              <a:ext uri="{FF2B5EF4-FFF2-40B4-BE49-F238E27FC236}">
                <a16:creationId xmlns:a16="http://schemas.microsoft.com/office/drawing/2014/main" id="{CFB49EAF-45CD-4D73-937D-A0AC28A84DE2}"/>
              </a:ext>
            </a:extLst>
          </p:cNvPr>
          <p:cNvCxnSpPr>
            <a:cxnSpLocks/>
          </p:cNvCxnSpPr>
          <p:nvPr/>
        </p:nvCxnSpPr>
        <p:spPr>
          <a:xfrm>
            <a:off x="11117828" y="3612466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Connecteur droit 509">
            <a:extLst>
              <a:ext uri="{FF2B5EF4-FFF2-40B4-BE49-F238E27FC236}">
                <a16:creationId xmlns:a16="http://schemas.microsoft.com/office/drawing/2014/main" id="{91346DB7-B074-4A90-9139-DBBE1408AA42}"/>
              </a:ext>
            </a:extLst>
          </p:cNvPr>
          <p:cNvCxnSpPr>
            <a:cxnSpLocks/>
          </p:cNvCxnSpPr>
          <p:nvPr/>
        </p:nvCxnSpPr>
        <p:spPr>
          <a:xfrm>
            <a:off x="11182114" y="3611575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Connecteur droit 510">
            <a:extLst>
              <a:ext uri="{FF2B5EF4-FFF2-40B4-BE49-F238E27FC236}">
                <a16:creationId xmlns:a16="http://schemas.microsoft.com/office/drawing/2014/main" id="{6A0BA86A-FC42-43E2-BAF8-4B4F98771A95}"/>
              </a:ext>
            </a:extLst>
          </p:cNvPr>
          <p:cNvCxnSpPr>
            <a:cxnSpLocks/>
          </p:cNvCxnSpPr>
          <p:nvPr/>
        </p:nvCxnSpPr>
        <p:spPr>
          <a:xfrm>
            <a:off x="11082592" y="3627814"/>
            <a:ext cx="43968" cy="267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Connecteur droit 511">
            <a:extLst>
              <a:ext uri="{FF2B5EF4-FFF2-40B4-BE49-F238E27FC236}">
                <a16:creationId xmlns:a16="http://schemas.microsoft.com/office/drawing/2014/main" id="{599562CE-3A3F-44B8-9BBF-867DEB6B0886}"/>
              </a:ext>
            </a:extLst>
          </p:cNvPr>
          <p:cNvCxnSpPr>
            <a:cxnSpLocks/>
          </p:cNvCxnSpPr>
          <p:nvPr/>
        </p:nvCxnSpPr>
        <p:spPr>
          <a:xfrm>
            <a:off x="11078445" y="3623867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Connecteur droit 512">
            <a:extLst>
              <a:ext uri="{FF2B5EF4-FFF2-40B4-BE49-F238E27FC236}">
                <a16:creationId xmlns:a16="http://schemas.microsoft.com/office/drawing/2014/main" id="{B4EA8F3F-D41B-4A38-B086-B4B0318E03D9}"/>
              </a:ext>
            </a:extLst>
          </p:cNvPr>
          <p:cNvCxnSpPr>
            <a:cxnSpLocks/>
          </p:cNvCxnSpPr>
          <p:nvPr/>
        </p:nvCxnSpPr>
        <p:spPr>
          <a:xfrm>
            <a:off x="11112259" y="3648948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Connecteur droit 513">
            <a:extLst>
              <a:ext uri="{FF2B5EF4-FFF2-40B4-BE49-F238E27FC236}">
                <a16:creationId xmlns:a16="http://schemas.microsoft.com/office/drawing/2014/main" id="{51F82494-95F8-466B-90C4-C158B8B195B7}"/>
              </a:ext>
            </a:extLst>
          </p:cNvPr>
          <p:cNvCxnSpPr>
            <a:cxnSpLocks/>
          </p:cNvCxnSpPr>
          <p:nvPr/>
        </p:nvCxnSpPr>
        <p:spPr>
          <a:xfrm>
            <a:off x="11112531" y="3623867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onnecteur droit 514">
            <a:extLst>
              <a:ext uri="{FF2B5EF4-FFF2-40B4-BE49-F238E27FC236}">
                <a16:creationId xmlns:a16="http://schemas.microsoft.com/office/drawing/2014/main" id="{56C1794A-A6E8-4445-A5C3-FA80D2D78459}"/>
              </a:ext>
            </a:extLst>
          </p:cNvPr>
          <p:cNvCxnSpPr>
            <a:cxnSpLocks/>
          </p:cNvCxnSpPr>
          <p:nvPr/>
        </p:nvCxnSpPr>
        <p:spPr>
          <a:xfrm>
            <a:off x="11072639" y="3623867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Connecteur droit 515">
            <a:extLst>
              <a:ext uri="{FF2B5EF4-FFF2-40B4-BE49-F238E27FC236}">
                <a16:creationId xmlns:a16="http://schemas.microsoft.com/office/drawing/2014/main" id="{42E00315-93B3-4000-A293-063D275D41BF}"/>
              </a:ext>
            </a:extLst>
          </p:cNvPr>
          <p:cNvCxnSpPr>
            <a:cxnSpLocks/>
          </p:cNvCxnSpPr>
          <p:nvPr/>
        </p:nvCxnSpPr>
        <p:spPr>
          <a:xfrm>
            <a:off x="11072205" y="3605005"/>
            <a:ext cx="61824" cy="31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Connecteur droit 516">
            <a:extLst>
              <a:ext uri="{FF2B5EF4-FFF2-40B4-BE49-F238E27FC236}">
                <a16:creationId xmlns:a16="http://schemas.microsoft.com/office/drawing/2014/main" id="{B26AFC96-A3CE-463D-BB80-C4D8D48DF2A6}"/>
              </a:ext>
            </a:extLst>
          </p:cNvPr>
          <p:cNvCxnSpPr>
            <a:cxnSpLocks/>
          </p:cNvCxnSpPr>
          <p:nvPr/>
        </p:nvCxnSpPr>
        <p:spPr>
          <a:xfrm flipH="1">
            <a:off x="11016739" y="3497744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Connecteur droit 517">
            <a:extLst>
              <a:ext uri="{FF2B5EF4-FFF2-40B4-BE49-F238E27FC236}">
                <a16:creationId xmlns:a16="http://schemas.microsoft.com/office/drawing/2014/main" id="{51322325-CBDA-4815-AC6F-E5CA35E766E9}"/>
              </a:ext>
            </a:extLst>
          </p:cNvPr>
          <p:cNvCxnSpPr>
            <a:cxnSpLocks/>
          </p:cNvCxnSpPr>
          <p:nvPr/>
        </p:nvCxnSpPr>
        <p:spPr>
          <a:xfrm flipH="1">
            <a:off x="11120666" y="3562681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Connecteur droit 518">
            <a:extLst>
              <a:ext uri="{FF2B5EF4-FFF2-40B4-BE49-F238E27FC236}">
                <a16:creationId xmlns:a16="http://schemas.microsoft.com/office/drawing/2014/main" id="{A33E0C05-78A0-4CA3-9E43-D476870C6256}"/>
              </a:ext>
            </a:extLst>
          </p:cNvPr>
          <p:cNvCxnSpPr>
            <a:cxnSpLocks/>
          </p:cNvCxnSpPr>
          <p:nvPr/>
        </p:nvCxnSpPr>
        <p:spPr>
          <a:xfrm>
            <a:off x="11016739" y="3522434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Connecteur droit 519">
            <a:extLst>
              <a:ext uri="{FF2B5EF4-FFF2-40B4-BE49-F238E27FC236}">
                <a16:creationId xmlns:a16="http://schemas.microsoft.com/office/drawing/2014/main" id="{AFEB0167-1089-4435-9916-22153BF01F6B}"/>
              </a:ext>
            </a:extLst>
          </p:cNvPr>
          <p:cNvCxnSpPr>
            <a:cxnSpLocks/>
          </p:cNvCxnSpPr>
          <p:nvPr/>
        </p:nvCxnSpPr>
        <p:spPr>
          <a:xfrm>
            <a:off x="11217987" y="3497744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Connecteur droit 520">
            <a:extLst>
              <a:ext uri="{FF2B5EF4-FFF2-40B4-BE49-F238E27FC236}">
                <a16:creationId xmlns:a16="http://schemas.microsoft.com/office/drawing/2014/main" id="{D1363416-9402-48F1-AC0F-F261BA64FB2E}"/>
              </a:ext>
            </a:extLst>
          </p:cNvPr>
          <p:cNvCxnSpPr>
            <a:cxnSpLocks/>
          </p:cNvCxnSpPr>
          <p:nvPr/>
        </p:nvCxnSpPr>
        <p:spPr>
          <a:xfrm>
            <a:off x="11016739" y="3517176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Connecteur droit 521">
            <a:extLst>
              <a:ext uri="{FF2B5EF4-FFF2-40B4-BE49-F238E27FC236}">
                <a16:creationId xmlns:a16="http://schemas.microsoft.com/office/drawing/2014/main" id="{5CAC8401-F67A-44BB-8896-D9F752562D7F}"/>
              </a:ext>
            </a:extLst>
          </p:cNvPr>
          <p:cNvCxnSpPr>
            <a:cxnSpLocks/>
          </p:cNvCxnSpPr>
          <p:nvPr/>
        </p:nvCxnSpPr>
        <p:spPr>
          <a:xfrm>
            <a:off x="11121051" y="3578910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Connecteur droit 522">
            <a:extLst>
              <a:ext uri="{FF2B5EF4-FFF2-40B4-BE49-F238E27FC236}">
                <a16:creationId xmlns:a16="http://schemas.microsoft.com/office/drawing/2014/main" id="{3BEB5849-A25F-4602-951A-28989200C6ED}"/>
              </a:ext>
            </a:extLst>
          </p:cNvPr>
          <p:cNvCxnSpPr>
            <a:cxnSpLocks/>
          </p:cNvCxnSpPr>
          <p:nvPr/>
        </p:nvCxnSpPr>
        <p:spPr>
          <a:xfrm>
            <a:off x="11330856" y="3561948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Connecteur droit 523">
            <a:extLst>
              <a:ext uri="{FF2B5EF4-FFF2-40B4-BE49-F238E27FC236}">
                <a16:creationId xmlns:a16="http://schemas.microsoft.com/office/drawing/2014/main" id="{BD507F57-47DF-4115-B443-9C7B53EC5818}"/>
              </a:ext>
            </a:extLst>
          </p:cNvPr>
          <p:cNvCxnSpPr>
            <a:cxnSpLocks/>
          </p:cNvCxnSpPr>
          <p:nvPr/>
        </p:nvCxnSpPr>
        <p:spPr>
          <a:xfrm flipH="1">
            <a:off x="11120666" y="3595163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Connecteur droit 524">
            <a:extLst>
              <a:ext uri="{FF2B5EF4-FFF2-40B4-BE49-F238E27FC236}">
                <a16:creationId xmlns:a16="http://schemas.microsoft.com/office/drawing/2014/main" id="{EEAE0834-68B3-4151-B542-4E406C84600F}"/>
              </a:ext>
            </a:extLst>
          </p:cNvPr>
          <p:cNvCxnSpPr>
            <a:cxnSpLocks/>
          </p:cNvCxnSpPr>
          <p:nvPr/>
        </p:nvCxnSpPr>
        <p:spPr>
          <a:xfrm>
            <a:off x="11014403" y="3555922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Connecteur droit 525">
            <a:extLst>
              <a:ext uri="{FF2B5EF4-FFF2-40B4-BE49-F238E27FC236}">
                <a16:creationId xmlns:a16="http://schemas.microsoft.com/office/drawing/2014/main" id="{51668132-9280-40ED-839F-5D6120E9D8B5}"/>
              </a:ext>
            </a:extLst>
          </p:cNvPr>
          <p:cNvCxnSpPr>
            <a:cxnSpLocks/>
          </p:cNvCxnSpPr>
          <p:nvPr/>
        </p:nvCxnSpPr>
        <p:spPr>
          <a:xfrm flipV="1">
            <a:off x="11121238" y="3663416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Connecteur droit 526">
            <a:extLst>
              <a:ext uri="{FF2B5EF4-FFF2-40B4-BE49-F238E27FC236}">
                <a16:creationId xmlns:a16="http://schemas.microsoft.com/office/drawing/2014/main" id="{260A0345-FF1F-47AF-821E-9C5762A903CA}"/>
              </a:ext>
            </a:extLst>
          </p:cNvPr>
          <p:cNvCxnSpPr>
            <a:cxnSpLocks/>
          </p:cNvCxnSpPr>
          <p:nvPr/>
        </p:nvCxnSpPr>
        <p:spPr>
          <a:xfrm>
            <a:off x="11072293" y="3588100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Connecteur droit 527">
            <a:extLst>
              <a:ext uri="{FF2B5EF4-FFF2-40B4-BE49-F238E27FC236}">
                <a16:creationId xmlns:a16="http://schemas.microsoft.com/office/drawing/2014/main" id="{8CF253BB-326C-4795-935C-6BDE3780A7B8}"/>
              </a:ext>
            </a:extLst>
          </p:cNvPr>
          <p:cNvCxnSpPr>
            <a:cxnSpLocks/>
          </p:cNvCxnSpPr>
          <p:nvPr/>
        </p:nvCxnSpPr>
        <p:spPr>
          <a:xfrm>
            <a:off x="11064887" y="3642442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Connecteur droit 528">
            <a:extLst>
              <a:ext uri="{FF2B5EF4-FFF2-40B4-BE49-F238E27FC236}">
                <a16:creationId xmlns:a16="http://schemas.microsoft.com/office/drawing/2014/main" id="{5F685FFE-8261-4BCB-8DBA-FBDB25A84553}"/>
              </a:ext>
            </a:extLst>
          </p:cNvPr>
          <p:cNvCxnSpPr>
            <a:cxnSpLocks/>
          </p:cNvCxnSpPr>
          <p:nvPr/>
        </p:nvCxnSpPr>
        <p:spPr>
          <a:xfrm>
            <a:off x="11118330" y="3614665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Connecteur droit 529">
            <a:extLst>
              <a:ext uri="{FF2B5EF4-FFF2-40B4-BE49-F238E27FC236}">
                <a16:creationId xmlns:a16="http://schemas.microsoft.com/office/drawing/2014/main" id="{BB7B2510-1D31-4E1F-9DD6-7C5AA58095F3}"/>
              </a:ext>
            </a:extLst>
          </p:cNvPr>
          <p:cNvCxnSpPr>
            <a:cxnSpLocks/>
          </p:cNvCxnSpPr>
          <p:nvPr/>
        </p:nvCxnSpPr>
        <p:spPr>
          <a:xfrm>
            <a:off x="11182616" y="3613774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Connecteur droit 530">
            <a:extLst>
              <a:ext uri="{FF2B5EF4-FFF2-40B4-BE49-F238E27FC236}">
                <a16:creationId xmlns:a16="http://schemas.microsoft.com/office/drawing/2014/main" id="{305B451A-249E-4F58-B1F6-0C5DA5D141F2}"/>
              </a:ext>
            </a:extLst>
          </p:cNvPr>
          <p:cNvCxnSpPr>
            <a:cxnSpLocks/>
          </p:cNvCxnSpPr>
          <p:nvPr/>
        </p:nvCxnSpPr>
        <p:spPr>
          <a:xfrm>
            <a:off x="9817718" y="5520002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Connecteur droit 531">
            <a:extLst>
              <a:ext uri="{FF2B5EF4-FFF2-40B4-BE49-F238E27FC236}">
                <a16:creationId xmlns:a16="http://schemas.microsoft.com/office/drawing/2014/main" id="{D89D35CC-142A-4092-B53C-0F2446803797}"/>
              </a:ext>
            </a:extLst>
          </p:cNvPr>
          <p:cNvCxnSpPr>
            <a:cxnSpLocks/>
          </p:cNvCxnSpPr>
          <p:nvPr/>
        </p:nvCxnSpPr>
        <p:spPr>
          <a:xfrm>
            <a:off x="9755832" y="5534845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Connecteur droit 532">
            <a:extLst>
              <a:ext uri="{FF2B5EF4-FFF2-40B4-BE49-F238E27FC236}">
                <a16:creationId xmlns:a16="http://schemas.microsoft.com/office/drawing/2014/main" id="{440DB62A-2ABE-4536-8D2E-6531DA670440}"/>
              </a:ext>
            </a:extLst>
          </p:cNvPr>
          <p:cNvCxnSpPr>
            <a:cxnSpLocks/>
          </p:cNvCxnSpPr>
          <p:nvPr/>
        </p:nvCxnSpPr>
        <p:spPr>
          <a:xfrm flipV="1">
            <a:off x="9755832" y="5525247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Connecteur droit 533">
            <a:extLst>
              <a:ext uri="{FF2B5EF4-FFF2-40B4-BE49-F238E27FC236}">
                <a16:creationId xmlns:a16="http://schemas.microsoft.com/office/drawing/2014/main" id="{64A72139-606C-49D8-B171-D62578792881}"/>
              </a:ext>
            </a:extLst>
          </p:cNvPr>
          <p:cNvCxnSpPr>
            <a:cxnSpLocks/>
          </p:cNvCxnSpPr>
          <p:nvPr/>
        </p:nvCxnSpPr>
        <p:spPr>
          <a:xfrm flipH="1" flipV="1">
            <a:off x="9713800" y="5510027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Connecteur droit 534">
            <a:extLst>
              <a:ext uri="{FF2B5EF4-FFF2-40B4-BE49-F238E27FC236}">
                <a16:creationId xmlns:a16="http://schemas.microsoft.com/office/drawing/2014/main" id="{E6419D4A-1836-42FE-9990-EAF89A99B739}"/>
              </a:ext>
            </a:extLst>
          </p:cNvPr>
          <p:cNvCxnSpPr>
            <a:cxnSpLocks/>
          </p:cNvCxnSpPr>
          <p:nvPr/>
        </p:nvCxnSpPr>
        <p:spPr>
          <a:xfrm flipH="1" flipV="1">
            <a:off x="9784770" y="5500092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Connecteur droit 535">
            <a:extLst>
              <a:ext uri="{FF2B5EF4-FFF2-40B4-BE49-F238E27FC236}">
                <a16:creationId xmlns:a16="http://schemas.microsoft.com/office/drawing/2014/main" id="{2A01C577-6A0A-4D10-B5FE-BA26D06B8C0D}"/>
              </a:ext>
            </a:extLst>
          </p:cNvPr>
          <p:cNvCxnSpPr>
            <a:cxnSpLocks/>
          </p:cNvCxnSpPr>
          <p:nvPr/>
        </p:nvCxnSpPr>
        <p:spPr>
          <a:xfrm flipH="1" flipV="1">
            <a:off x="9707603" y="5554636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Connecteur droit 536">
            <a:extLst>
              <a:ext uri="{FF2B5EF4-FFF2-40B4-BE49-F238E27FC236}">
                <a16:creationId xmlns:a16="http://schemas.microsoft.com/office/drawing/2014/main" id="{0791921D-CCA7-4AD2-9727-1AABA94B6623}"/>
              </a:ext>
            </a:extLst>
          </p:cNvPr>
          <p:cNvCxnSpPr>
            <a:cxnSpLocks/>
          </p:cNvCxnSpPr>
          <p:nvPr/>
        </p:nvCxnSpPr>
        <p:spPr>
          <a:xfrm flipV="1">
            <a:off x="9756611" y="5570238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Connecteur droit 537">
            <a:extLst>
              <a:ext uri="{FF2B5EF4-FFF2-40B4-BE49-F238E27FC236}">
                <a16:creationId xmlns:a16="http://schemas.microsoft.com/office/drawing/2014/main" id="{6972489A-8E61-421E-9A4F-ADA74B20047B}"/>
              </a:ext>
            </a:extLst>
          </p:cNvPr>
          <p:cNvCxnSpPr>
            <a:cxnSpLocks/>
          </p:cNvCxnSpPr>
          <p:nvPr/>
        </p:nvCxnSpPr>
        <p:spPr>
          <a:xfrm flipV="1">
            <a:off x="9709821" y="5504830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Connecteur droit 538">
            <a:extLst>
              <a:ext uri="{FF2B5EF4-FFF2-40B4-BE49-F238E27FC236}">
                <a16:creationId xmlns:a16="http://schemas.microsoft.com/office/drawing/2014/main" id="{1E86F747-CE80-472E-99FC-FEA409FF17DC}"/>
              </a:ext>
            </a:extLst>
          </p:cNvPr>
          <p:cNvCxnSpPr>
            <a:cxnSpLocks/>
          </p:cNvCxnSpPr>
          <p:nvPr/>
        </p:nvCxnSpPr>
        <p:spPr>
          <a:xfrm flipV="1">
            <a:off x="9704420" y="5498627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Connecteur droit 539">
            <a:extLst>
              <a:ext uri="{FF2B5EF4-FFF2-40B4-BE49-F238E27FC236}">
                <a16:creationId xmlns:a16="http://schemas.microsoft.com/office/drawing/2014/main" id="{9A2057AA-B0F8-4EE1-9FCD-E617CDFCB4E6}"/>
              </a:ext>
            </a:extLst>
          </p:cNvPr>
          <p:cNvCxnSpPr>
            <a:cxnSpLocks/>
          </p:cNvCxnSpPr>
          <p:nvPr/>
        </p:nvCxnSpPr>
        <p:spPr>
          <a:xfrm>
            <a:off x="9764311" y="5566764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Connecteur droit 540">
            <a:extLst>
              <a:ext uri="{FF2B5EF4-FFF2-40B4-BE49-F238E27FC236}">
                <a16:creationId xmlns:a16="http://schemas.microsoft.com/office/drawing/2014/main" id="{AE9987B5-4FB5-4E4F-951E-787FCA474B9E}"/>
              </a:ext>
            </a:extLst>
          </p:cNvPr>
          <p:cNvCxnSpPr>
            <a:cxnSpLocks/>
          </p:cNvCxnSpPr>
          <p:nvPr/>
        </p:nvCxnSpPr>
        <p:spPr>
          <a:xfrm>
            <a:off x="9762091" y="555228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Connecteur droit 541">
            <a:extLst>
              <a:ext uri="{FF2B5EF4-FFF2-40B4-BE49-F238E27FC236}">
                <a16:creationId xmlns:a16="http://schemas.microsoft.com/office/drawing/2014/main" id="{E0D450E6-FAE9-462F-B161-C9D62D8314A2}"/>
              </a:ext>
            </a:extLst>
          </p:cNvPr>
          <p:cNvCxnSpPr>
            <a:cxnSpLocks/>
          </p:cNvCxnSpPr>
          <p:nvPr/>
        </p:nvCxnSpPr>
        <p:spPr>
          <a:xfrm>
            <a:off x="9717422" y="5541856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Connecteur droit 542">
            <a:extLst>
              <a:ext uri="{FF2B5EF4-FFF2-40B4-BE49-F238E27FC236}">
                <a16:creationId xmlns:a16="http://schemas.microsoft.com/office/drawing/2014/main" id="{75EF735B-B988-44FF-B936-89AF24FB569A}"/>
              </a:ext>
            </a:extLst>
          </p:cNvPr>
          <p:cNvCxnSpPr>
            <a:cxnSpLocks/>
          </p:cNvCxnSpPr>
          <p:nvPr/>
        </p:nvCxnSpPr>
        <p:spPr>
          <a:xfrm>
            <a:off x="9730628" y="552641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Connecteur droit 543">
            <a:extLst>
              <a:ext uri="{FF2B5EF4-FFF2-40B4-BE49-F238E27FC236}">
                <a16:creationId xmlns:a16="http://schemas.microsoft.com/office/drawing/2014/main" id="{2CA86600-D2B0-4065-B4C1-076351BA98D3}"/>
              </a:ext>
            </a:extLst>
          </p:cNvPr>
          <p:cNvCxnSpPr>
            <a:cxnSpLocks/>
          </p:cNvCxnSpPr>
          <p:nvPr/>
        </p:nvCxnSpPr>
        <p:spPr>
          <a:xfrm>
            <a:off x="9754896" y="5532140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Connecteur droit 544">
            <a:extLst>
              <a:ext uri="{FF2B5EF4-FFF2-40B4-BE49-F238E27FC236}">
                <a16:creationId xmlns:a16="http://schemas.microsoft.com/office/drawing/2014/main" id="{96229D24-D264-4DBE-8966-E100B99138C6}"/>
              </a:ext>
            </a:extLst>
          </p:cNvPr>
          <p:cNvCxnSpPr>
            <a:cxnSpLocks/>
          </p:cNvCxnSpPr>
          <p:nvPr/>
        </p:nvCxnSpPr>
        <p:spPr>
          <a:xfrm>
            <a:off x="9744397" y="5522988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Connecteur droit 545">
            <a:extLst>
              <a:ext uri="{FF2B5EF4-FFF2-40B4-BE49-F238E27FC236}">
                <a16:creationId xmlns:a16="http://schemas.microsoft.com/office/drawing/2014/main" id="{FC1D9CFD-6438-4EF4-84A1-A3E7AE50CEA9}"/>
              </a:ext>
            </a:extLst>
          </p:cNvPr>
          <p:cNvCxnSpPr>
            <a:cxnSpLocks/>
          </p:cNvCxnSpPr>
          <p:nvPr/>
        </p:nvCxnSpPr>
        <p:spPr>
          <a:xfrm>
            <a:off x="9714552" y="5536968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Connecteur droit 546">
            <a:extLst>
              <a:ext uri="{FF2B5EF4-FFF2-40B4-BE49-F238E27FC236}">
                <a16:creationId xmlns:a16="http://schemas.microsoft.com/office/drawing/2014/main" id="{CFC4FEB7-8BD3-4D7F-99DA-79DCC1B08973}"/>
              </a:ext>
            </a:extLst>
          </p:cNvPr>
          <p:cNvCxnSpPr>
            <a:cxnSpLocks/>
          </p:cNvCxnSpPr>
          <p:nvPr/>
        </p:nvCxnSpPr>
        <p:spPr>
          <a:xfrm>
            <a:off x="9744135" y="555369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Connecteur droit 547">
            <a:extLst>
              <a:ext uri="{FF2B5EF4-FFF2-40B4-BE49-F238E27FC236}">
                <a16:creationId xmlns:a16="http://schemas.microsoft.com/office/drawing/2014/main" id="{C5A51E83-262E-4015-94F4-576F144856F4}"/>
              </a:ext>
            </a:extLst>
          </p:cNvPr>
          <p:cNvCxnSpPr>
            <a:cxnSpLocks/>
          </p:cNvCxnSpPr>
          <p:nvPr/>
        </p:nvCxnSpPr>
        <p:spPr>
          <a:xfrm>
            <a:off x="9816939" y="5516638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Connecteur droit 548">
            <a:extLst>
              <a:ext uri="{FF2B5EF4-FFF2-40B4-BE49-F238E27FC236}">
                <a16:creationId xmlns:a16="http://schemas.microsoft.com/office/drawing/2014/main" id="{52E970BE-728E-40CB-BC60-63AEF9E1F56C}"/>
              </a:ext>
            </a:extLst>
          </p:cNvPr>
          <p:cNvCxnSpPr>
            <a:cxnSpLocks/>
          </p:cNvCxnSpPr>
          <p:nvPr/>
        </p:nvCxnSpPr>
        <p:spPr>
          <a:xfrm>
            <a:off x="9755053" y="5531481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Connecteur droit 549">
            <a:extLst>
              <a:ext uri="{FF2B5EF4-FFF2-40B4-BE49-F238E27FC236}">
                <a16:creationId xmlns:a16="http://schemas.microsoft.com/office/drawing/2014/main" id="{4ECAB46C-8D39-4EB0-B058-D1AE1A536AD7}"/>
              </a:ext>
            </a:extLst>
          </p:cNvPr>
          <p:cNvCxnSpPr>
            <a:cxnSpLocks/>
          </p:cNvCxnSpPr>
          <p:nvPr/>
        </p:nvCxnSpPr>
        <p:spPr>
          <a:xfrm flipV="1">
            <a:off x="9760002" y="5521983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Connecteur droit 550">
            <a:extLst>
              <a:ext uri="{FF2B5EF4-FFF2-40B4-BE49-F238E27FC236}">
                <a16:creationId xmlns:a16="http://schemas.microsoft.com/office/drawing/2014/main" id="{504F8A53-71B5-4E3F-A46A-1A75DF0F4B86}"/>
              </a:ext>
            </a:extLst>
          </p:cNvPr>
          <p:cNvCxnSpPr>
            <a:cxnSpLocks/>
          </p:cNvCxnSpPr>
          <p:nvPr/>
        </p:nvCxnSpPr>
        <p:spPr>
          <a:xfrm flipH="1" flipV="1">
            <a:off x="9713021" y="5506663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Connecteur droit 551">
            <a:extLst>
              <a:ext uri="{FF2B5EF4-FFF2-40B4-BE49-F238E27FC236}">
                <a16:creationId xmlns:a16="http://schemas.microsoft.com/office/drawing/2014/main" id="{8FE7EBDD-265C-4964-ABA4-510906CF175A}"/>
              </a:ext>
            </a:extLst>
          </p:cNvPr>
          <p:cNvCxnSpPr>
            <a:cxnSpLocks/>
          </p:cNvCxnSpPr>
          <p:nvPr/>
        </p:nvCxnSpPr>
        <p:spPr>
          <a:xfrm flipH="1" flipV="1">
            <a:off x="9783991" y="5496728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Connecteur droit 552">
            <a:extLst>
              <a:ext uri="{FF2B5EF4-FFF2-40B4-BE49-F238E27FC236}">
                <a16:creationId xmlns:a16="http://schemas.microsoft.com/office/drawing/2014/main" id="{BB6FCD17-D7D5-4848-887B-D19958E22551}"/>
              </a:ext>
            </a:extLst>
          </p:cNvPr>
          <p:cNvCxnSpPr>
            <a:cxnSpLocks/>
          </p:cNvCxnSpPr>
          <p:nvPr/>
        </p:nvCxnSpPr>
        <p:spPr>
          <a:xfrm flipH="1" flipV="1">
            <a:off x="9706824" y="5551272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Connecteur droit 553">
            <a:extLst>
              <a:ext uri="{FF2B5EF4-FFF2-40B4-BE49-F238E27FC236}">
                <a16:creationId xmlns:a16="http://schemas.microsoft.com/office/drawing/2014/main" id="{DC359B0E-287E-43B2-9950-01FCA710F69E}"/>
              </a:ext>
            </a:extLst>
          </p:cNvPr>
          <p:cNvCxnSpPr>
            <a:cxnSpLocks/>
          </p:cNvCxnSpPr>
          <p:nvPr/>
        </p:nvCxnSpPr>
        <p:spPr>
          <a:xfrm flipV="1">
            <a:off x="9755832" y="5566874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5" name="Connecteur droit 554">
            <a:extLst>
              <a:ext uri="{FF2B5EF4-FFF2-40B4-BE49-F238E27FC236}">
                <a16:creationId xmlns:a16="http://schemas.microsoft.com/office/drawing/2014/main" id="{A7879B0E-ED87-44DB-9477-660F65853D40}"/>
              </a:ext>
            </a:extLst>
          </p:cNvPr>
          <p:cNvCxnSpPr>
            <a:cxnSpLocks/>
          </p:cNvCxnSpPr>
          <p:nvPr/>
        </p:nvCxnSpPr>
        <p:spPr>
          <a:xfrm flipV="1">
            <a:off x="9709042" y="5501466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Connecteur droit 555">
            <a:extLst>
              <a:ext uri="{FF2B5EF4-FFF2-40B4-BE49-F238E27FC236}">
                <a16:creationId xmlns:a16="http://schemas.microsoft.com/office/drawing/2014/main" id="{8C60B70D-1EC8-4C0F-842E-2DA0C0286E3E}"/>
              </a:ext>
            </a:extLst>
          </p:cNvPr>
          <p:cNvCxnSpPr>
            <a:cxnSpLocks/>
          </p:cNvCxnSpPr>
          <p:nvPr/>
        </p:nvCxnSpPr>
        <p:spPr>
          <a:xfrm flipV="1">
            <a:off x="9703641" y="5495263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Parallélogramme 787">
            <a:extLst>
              <a:ext uri="{FF2B5EF4-FFF2-40B4-BE49-F238E27FC236}">
                <a16:creationId xmlns:a16="http://schemas.microsoft.com/office/drawing/2014/main" id="{AFEBB690-B60D-4E53-8DD7-F44DDAA7D801}"/>
              </a:ext>
            </a:extLst>
          </p:cNvPr>
          <p:cNvSpPr/>
          <p:nvPr/>
        </p:nvSpPr>
        <p:spPr>
          <a:xfrm rot="12360215">
            <a:off x="11096319" y="5293151"/>
            <a:ext cx="176304" cy="74376"/>
          </a:xfrm>
          <a:custGeom>
            <a:avLst/>
            <a:gdLst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635616 w 635616"/>
              <a:gd name="connsiteY2" fmla="*/ 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43224 h 243224"/>
              <a:gd name="connsiteX1" fmla="*/ 0 w 635616"/>
              <a:gd name="connsiteY1" fmla="*/ 1109 h 243224"/>
              <a:gd name="connsiteX2" fmla="*/ 522478 w 635616"/>
              <a:gd name="connsiteY2" fmla="*/ 0 h 243224"/>
              <a:gd name="connsiteX3" fmla="*/ 635616 w 635616"/>
              <a:gd name="connsiteY3" fmla="*/ 243224 h 243224"/>
              <a:gd name="connsiteX4" fmla="*/ 0 w 635616"/>
              <a:gd name="connsiteY4" fmla="*/ 243224 h 243224"/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470203 w 635616"/>
              <a:gd name="connsiteY2" fmla="*/ 1447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57243 h 257243"/>
              <a:gd name="connsiteX1" fmla="*/ 0 w 635616"/>
              <a:gd name="connsiteY1" fmla="*/ 15128 h 257243"/>
              <a:gd name="connsiteX2" fmla="*/ 520165 w 635616"/>
              <a:gd name="connsiteY2" fmla="*/ 0 h 257243"/>
              <a:gd name="connsiteX3" fmla="*/ 635616 w 635616"/>
              <a:gd name="connsiteY3" fmla="*/ 257243 h 257243"/>
              <a:gd name="connsiteX4" fmla="*/ 0 w 635616"/>
              <a:gd name="connsiteY4" fmla="*/ 257243 h 257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616" h="257243">
                <a:moveTo>
                  <a:pt x="0" y="257243"/>
                </a:moveTo>
                <a:lnTo>
                  <a:pt x="0" y="15128"/>
                </a:lnTo>
                <a:lnTo>
                  <a:pt x="520165" y="0"/>
                </a:lnTo>
                <a:lnTo>
                  <a:pt x="635616" y="257243"/>
                </a:lnTo>
                <a:lnTo>
                  <a:pt x="0" y="257243"/>
                </a:lnTo>
                <a:close/>
              </a:path>
            </a:pathLst>
          </a:custGeom>
          <a:blipFill>
            <a:blip r:embed="rId3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8" name="Parallélogramme 557">
            <a:extLst>
              <a:ext uri="{FF2B5EF4-FFF2-40B4-BE49-F238E27FC236}">
                <a16:creationId xmlns:a16="http://schemas.microsoft.com/office/drawing/2014/main" id="{3E6669EA-8658-4456-AB2C-CB6AD1A728D7}"/>
              </a:ext>
            </a:extLst>
          </p:cNvPr>
          <p:cNvSpPr/>
          <p:nvPr/>
        </p:nvSpPr>
        <p:spPr>
          <a:xfrm rot="21186520">
            <a:off x="11119182" y="5357021"/>
            <a:ext cx="167552" cy="73953"/>
          </a:xfrm>
          <a:prstGeom prst="parallelogram">
            <a:avLst>
              <a:gd name="adj" fmla="val 18485"/>
            </a:avLst>
          </a:prstGeom>
          <a:blipFill>
            <a:blip r:embed="rId4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59" name="Connecteur droit avec flèche 558">
            <a:extLst>
              <a:ext uri="{FF2B5EF4-FFF2-40B4-BE49-F238E27FC236}">
                <a16:creationId xmlns:a16="http://schemas.microsoft.com/office/drawing/2014/main" id="{CD0AC775-0BD0-4E5B-8B3B-F7B463DE7BAB}"/>
              </a:ext>
            </a:extLst>
          </p:cNvPr>
          <p:cNvCxnSpPr>
            <a:cxnSpLocks/>
          </p:cNvCxnSpPr>
          <p:nvPr/>
        </p:nvCxnSpPr>
        <p:spPr>
          <a:xfrm>
            <a:off x="9942517" y="5635610"/>
            <a:ext cx="0" cy="807378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Connecteur droit avec flèche 559">
            <a:extLst>
              <a:ext uri="{FF2B5EF4-FFF2-40B4-BE49-F238E27FC236}">
                <a16:creationId xmlns:a16="http://schemas.microsoft.com/office/drawing/2014/main" id="{5E2C3AFD-C163-495A-A35F-FCC37A1BFFD3}"/>
              </a:ext>
            </a:extLst>
          </p:cNvPr>
          <p:cNvCxnSpPr>
            <a:cxnSpLocks/>
          </p:cNvCxnSpPr>
          <p:nvPr/>
        </p:nvCxnSpPr>
        <p:spPr>
          <a:xfrm flipV="1">
            <a:off x="8582825" y="4754987"/>
            <a:ext cx="1607701" cy="165601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1" name="ZoneTexte 560">
            <a:extLst>
              <a:ext uri="{FF2B5EF4-FFF2-40B4-BE49-F238E27FC236}">
                <a16:creationId xmlns:a16="http://schemas.microsoft.com/office/drawing/2014/main" id="{6E1022E7-99E5-43E2-A007-C3F994A8F9EA}"/>
              </a:ext>
            </a:extLst>
          </p:cNvPr>
          <p:cNvSpPr txBox="1"/>
          <p:nvPr/>
        </p:nvSpPr>
        <p:spPr>
          <a:xfrm>
            <a:off x="9910298" y="5864437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870mm</a:t>
            </a:r>
          </a:p>
        </p:txBody>
      </p:sp>
      <p:sp>
        <p:nvSpPr>
          <p:cNvPr id="562" name="ZoneTexte 561">
            <a:extLst>
              <a:ext uri="{FF2B5EF4-FFF2-40B4-BE49-F238E27FC236}">
                <a16:creationId xmlns:a16="http://schemas.microsoft.com/office/drawing/2014/main" id="{03F1D60C-5DA4-4037-A2F6-5608326A3F9D}"/>
              </a:ext>
            </a:extLst>
          </p:cNvPr>
          <p:cNvSpPr txBox="1"/>
          <p:nvPr/>
        </p:nvSpPr>
        <p:spPr>
          <a:xfrm>
            <a:off x="11485711" y="4342926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1300mm</a:t>
            </a:r>
          </a:p>
        </p:txBody>
      </p:sp>
      <p:sp>
        <p:nvSpPr>
          <p:cNvPr id="563" name="ZoneTexte 562">
            <a:extLst>
              <a:ext uri="{FF2B5EF4-FFF2-40B4-BE49-F238E27FC236}">
                <a16:creationId xmlns:a16="http://schemas.microsoft.com/office/drawing/2014/main" id="{3DE26A2B-6C89-44FC-893A-72CC7364C249}"/>
              </a:ext>
            </a:extLst>
          </p:cNvPr>
          <p:cNvSpPr txBox="1"/>
          <p:nvPr/>
        </p:nvSpPr>
        <p:spPr>
          <a:xfrm rot="1677261">
            <a:off x="8832253" y="5656645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1000mm</a:t>
            </a:r>
          </a:p>
        </p:txBody>
      </p:sp>
      <p:sp>
        <p:nvSpPr>
          <p:cNvPr id="564" name="ZoneTexte 563">
            <a:extLst>
              <a:ext uri="{FF2B5EF4-FFF2-40B4-BE49-F238E27FC236}">
                <a16:creationId xmlns:a16="http://schemas.microsoft.com/office/drawing/2014/main" id="{4704A8E7-FC7F-4033-9CD2-C7F741AC4476}"/>
              </a:ext>
            </a:extLst>
          </p:cNvPr>
          <p:cNvSpPr txBox="1"/>
          <p:nvPr/>
        </p:nvSpPr>
        <p:spPr>
          <a:xfrm rot="21213515">
            <a:off x="8902576" y="4501176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1000mm</a:t>
            </a:r>
          </a:p>
        </p:txBody>
      </p:sp>
    </p:spTree>
    <p:extLst>
      <p:ext uri="{BB962C8B-B14F-4D97-AF65-F5344CB8AC3E}">
        <p14:creationId xmlns:p14="http://schemas.microsoft.com/office/powerpoint/2010/main" val="184518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405D9971-09F6-4E22-BD60-7B1CA7945D45}"/>
              </a:ext>
            </a:extLst>
          </p:cNvPr>
          <p:cNvCxnSpPr/>
          <p:nvPr/>
        </p:nvCxnSpPr>
        <p:spPr>
          <a:xfrm>
            <a:off x="7853193" y="893327"/>
            <a:ext cx="0" cy="1982817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F862FB9B-DB14-4FF3-95F3-0575FDD5912C}"/>
              </a:ext>
            </a:extLst>
          </p:cNvPr>
          <p:cNvCxnSpPr>
            <a:cxnSpLocks/>
          </p:cNvCxnSpPr>
          <p:nvPr/>
        </p:nvCxnSpPr>
        <p:spPr>
          <a:xfrm>
            <a:off x="5068520" y="2558357"/>
            <a:ext cx="1072255" cy="558117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F0D5E6A-2935-4E1E-9CF8-95EC1380558C}"/>
              </a:ext>
            </a:extLst>
          </p:cNvPr>
          <p:cNvCxnSpPr>
            <a:cxnSpLocks/>
          </p:cNvCxnSpPr>
          <p:nvPr/>
        </p:nvCxnSpPr>
        <p:spPr>
          <a:xfrm>
            <a:off x="5146873" y="2407630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6141647-75E6-42AA-85FE-54659F27C118}"/>
              </a:ext>
            </a:extLst>
          </p:cNvPr>
          <p:cNvCxnSpPr>
            <a:cxnSpLocks/>
          </p:cNvCxnSpPr>
          <p:nvPr/>
        </p:nvCxnSpPr>
        <p:spPr>
          <a:xfrm flipH="1">
            <a:off x="6187986" y="2794119"/>
            <a:ext cx="1535804" cy="15726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179BAF0-BE59-448F-AEA7-EA3BA2C80089}"/>
              </a:ext>
            </a:extLst>
          </p:cNvPr>
          <p:cNvCxnSpPr>
            <a:cxnSpLocks/>
          </p:cNvCxnSpPr>
          <p:nvPr/>
        </p:nvCxnSpPr>
        <p:spPr>
          <a:xfrm>
            <a:off x="5146872" y="2407630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18C7AF5-0C21-4DCD-BFB4-0886355276CE}"/>
              </a:ext>
            </a:extLst>
          </p:cNvPr>
          <p:cNvCxnSpPr>
            <a:cxnSpLocks/>
          </p:cNvCxnSpPr>
          <p:nvPr/>
        </p:nvCxnSpPr>
        <p:spPr>
          <a:xfrm>
            <a:off x="5146873" y="2451396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2306F53-4F5A-49EE-B94C-D435D8D124FF}"/>
              </a:ext>
            </a:extLst>
          </p:cNvPr>
          <p:cNvCxnSpPr>
            <a:cxnSpLocks/>
          </p:cNvCxnSpPr>
          <p:nvPr/>
        </p:nvCxnSpPr>
        <p:spPr>
          <a:xfrm>
            <a:off x="7723790" y="2796353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37E8070-9405-4E35-BC2A-4535A444C5F8}"/>
              </a:ext>
            </a:extLst>
          </p:cNvPr>
          <p:cNvCxnSpPr>
            <a:cxnSpLocks/>
          </p:cNvCxnSpPr>
          <p:nvPr/>
        </p:nvCxnSpPr>
        <p:spPr>
          <a:xfrm flipH="1">
            <a:off x="6187986" y="2840119"/>
            <a:ext cx="1535804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61488F2-375B-4648-A445-01B088CB518F}"/>
              </a:ext>
            </a:extLst>
          </p:cNvPr>
          <p:cNvCxnSpPr>
            <a:cxnSpLocks/>
          </p:cNvCxnSpPr>
          <p:nvPr/>
        </p:nvCxnSpPr>
        <p:spPr>
          <a:xfrm>
            <a:off x="6186232" y="2951381"/>
            <a:ext cx="1754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D7B09446-6A28-49C1-911C-7B67220F8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087" y="3357947"/>
            <a:ext cx="214699" cy="214699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E921A0F8-2C1A-40CD-95C1-F5F73B405E0B}"/>
              </a:ext>
            </a:extLst>
          </p:cNvPr>
          <p:cNvCxnSpPr>
            <a:cxnSpLocks/>
          </p:cNvCxnSpPr>
          <p:nvPr/>
        </p:nvCxnSpPr>
        <p:spPr>
          <a:xfrm>
            <a:off x="5297087" y="2524477"/>
            <a:ext cx="0" cy="867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D92E7E8-DBAF-4F5D-9827-148432653DBB}"/>
              </a:ext>
            </a:extLst>
          </p:cNvPr>
          <p:cNvCxnSpPr>
            <a:cxnSpLocks/>
          </p:cNvCxnSpPr>
          <p:nvPr/>
        </p:nvCxnSpPr>
        <p:spPr>
          <a:xfrm>
            <a:off x="5331206" y="2547425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B05AD6D-D836-4A09-BED6-C340FA86D749}"/>
              </a:ext>
            </a:extLst>
          </p:cNvPr>
          <p:cNvCxnSpPr>
            <a:cxnSpLocks/>
          </p:cNvCxnSpPr>
          <p:nvPr/>
        </p:nvCxnSpPr>
        <p:spPr>
          <a:xfrm>
            <a:off x="5351376" y="2565086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03170FB-DBB0-4113-BA5D-4367FEFB7872}"/>
              </a:ext>
            </a:extLst>
          </p:cNvPr>
          <p:cNvCxnSpPr>
            <a:cxnSpLocks/>
          </p:cNvCxnSpPr>
          <p:nvPr/>
        </p:nvCxnSpPr>
        <p:spPr>
          <a:xfrm flipV="1">
            <a:off x="5331206" y="3368825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F311182-4E25-4AC8-ADD7-438F677EDAE4}"/>
              </a:ext>
            </a:extLst>
          </p:cNvPr>
          <p:cNvCxnSpPr>
            <a:cxnSpLocks/>
          </p:cNvCxnSpPr>
          <p:nvPr/>
        </p:nvCxnSpPr>
        <p:spPr>
          <a:xfrm>
            <a:off x="5291437" y="3387934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18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CF096F14-5377-48C8-B829-180CDD622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746" y="3782016"/>
            <a:ext cx="214699" cy="214699"/>
          </a:xfrm>
          <a:prstGeom prst="rect">
            <a:avLst/>
          </a:prstGeom>
        </p:spPr>
      </p:pic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4D749D3-C760-403B-9C81-ADCF91B8B151}"/>
              </a:ext>
            </a:extLst>
          </p:cNvPr>
          <p:cNvCxnSpPr>
            <a:cxnSpLocks/>
          </p:cNvCxnSpPr>
          <p:nvPr/>
        </p:nvCxnSpPr>
        <p:spPr>
          <a:xfrm>
            <a:off x="6245321" y="2995147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17DB2549-0D17-4C3D-8459-0D495BB5F18C}"/>
              </a:ext>
            </a:extLst>
          </p:cNvPr>
          <p:cNvCxnSpPr>
            <a:cxnSpLocks/>
          </p:cNvCxnSpPr>
          <p:nvPr/>
        </p:nvCxnSpPr>
        <p:spPr>
          <a:xfrm>
            <a:off x="6214096" y="2995147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6B0E4A60-9353-4BD0-A97D-578FE8D2D639}"/>
              </a:ext>
            </a:extLst>
          </p:cNvPr>
          <p:cNvCxnSpPr>
            <a:cxnSpLocks/>
          </p:cNvCxnSpPr>
          <p:nvPr/>
        </p:nvCxnSpPr>
        <p:spPr>
          <a:xfrm>
            <a:off x="6265776" y="2995147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1CC219FA-C040-4CFC-BC20-B23FC2758CD0}"/>
              </a:ext>
            </a:extLst>
          </p:cNvPr>
          <p:cNvCxnSpPr>
            <a:cxnSpLocks/>
          </p:cNvCxnSpPr>
          <p:nvPr/>
        </p:nvCxnSpPr>
        <p:spPr>
          <a:xfrm>
            <a:off x="6214096" y="3811874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D6A6162B-8833-4A73-B48F-72F421C80D82}"/>
              </a:ext>
            </a:extLst>
          </p:cNvPr>
          <p:cNvCxnSpPr>
            <a:cxnSpLocks/>
          </p:cNvCxnSpPr>
          <p:nvPr/>
        </p:nvCxnSpPr>
        <p:spPr>
          <a:xfrm flipV="1">
            <a:off x="6243035" y="3796881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B5113171-2A37-4869-BA17-9FF0CEC29514}"/>
              </a:ext>
            </a:extLst>
          </p:cNvPr>
          <p:cNvCxnSpPr>
            <a:cxnSpLocks/>
          </p:cNvCxnSpPr>
          <p:nvPr/>
        </p:nvCxnSpPr>
        <p:spPr>
          <a:xfrm>
            <a:off x="6684962" y="2252602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0FAF1634-B703-4952-BFCE-7AF6CA30746B}"/>
              </a:ext>
            </a:extLst>
          </p:cNvPr>
          <p:cNvCxnSpPr>
            <a:cxnSpLocks/>
          </p:cNvCxnSpPr>
          <p:nvPr/>
        </p:nvCxnSpPr>
        <p:spPr>
          <a:xfrm>
            <a:off x="6653737" y="2252602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C3305C0C-823B-43E7-8BA0-3AEA9B0C8EB3}"/>
              </a:ext>
            </a:extLst>
          </p:cNvPr>
          <p:cNvCxnSpPr>
            <a:cxnSpLocks/>
          </p:cNvCxnSpPr>
          <p:nvPr/>
        </p:nvCxnSpPr>
        <p:spPr>
          <a:xfrm>
            <a:off x="6705417" y="2252602"/>
            <a:ext cx="0" cy="80373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B15B237C-4FC6-4B3C-922E-335ACC48211C}"/>
              </a:ext>
            </a:extLst>
          </p:cNvPr>
          <p:cNvCxnSpPr>
            <a:cxnSpLocks/>
          </p:cNvCxnSpPr>
          <p:nvPr/>
        </p:nvCxnSpPr>
        <p:spPr>
          <a:xfrm>
            <a:off x="6682676" y="2252602"/>
            <a:ext cx="1041114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30A35C40-198D-4365-9375-E498EDF51CD0}"/>
              </a:ext>
            </a:extLst>
          </p:cNvPr>
          <p:cNvCxnSpPr>
            <a:cxnSpLocks/>
          </p:cNvCxnSpPr>
          <p:nvPr/>
        </p:nvCxnSpPr>
        <p:spPr>
          <a:xfrm flipH="1">
            <a:off x="5146874" y="2252602"/>
            <a:ext cx="1535802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 29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7908CC40-1C8A-4326-95C5-73E421CDE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387" y="3022767"/>
            <a:ext cx="214699" cy="214699"/>
          </a:xfrm>
          <a:prstGeom prst="rect">
            <a:avLst/>
          </a:prstGeom>
        </p:spPr>
      </p:pic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40F9623C-227B-439D-9CD9-10756537545E}"/>
              </a:ext>
            </a:extLst>
          </p:cNvPr>
          <p:cNvCxnSpPr>
            <a:cxnSpLocks/>
          </p:cNvCxnSpPr>
          <p:nvPr/>
        </p:nvCxnSpPr>
        <p:spPr>
          <a:xfrm>
            <a:off x="6654438" y="3064553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7D940C8-A3F6-4D90-A41C-80DAD3596CBE}"/>
              </a:ext>
            </a:extLst>
          </p:cNvPr>
          <p:cNvCxnSpPr>
            <a:cxnSpLocks/>
          </p:cNvCxnSpPr>
          <p:nvPr/>
        </p:nvCxnSpPr>
        <p:spPr>
          <a:xfrm flipV="1">
            <a:off x="6683377" y="3049560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2747A644-9750-425A-8EE7-8429FA64B428}"/>
              </a:ext>
            </a:extLst>
          </p:cNvPr>
          <p:cNvCxnSpPr>
            <a:cxnSpLocks/>
          </p:cNvCxnSpPr>
          <p:nvPr/>
        </p:nvCxnSpPr>
        <p:spPr>
          <a:xfrm>
            <a:off x="6654438" y="2943439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37D57A92-A8D4-4E29-8FC6-4CA6473DCD4E}"/>
              </a:ext>
            </a:extLst>
          </p:cNvPr>
          <p:cNvCxnSpPr>
            <a:cxnSpLocks/>
          </p:cNvCxnSpPr>
          <p:nvPr/>
        </p:nvCxnSpPr>
        <p:spPr>
          <a:xfrm>
            <a:off x="6706118" y="2943439"/>
            <a:ext cx="0" cy="12111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8816DD22-CD9B-4854-9E61-349F1AEACAE6}"/>
              </a:ext>
            </a:extLst>
          </p:cNvPr>
          <p:cNvCxnSpPr>
            <a:cxnSpLocks/>
          </p:cNvCxnSpPr>
          <p:nvPr/>
        </p:nvCxnSpPr>
        <p:spPr>
          <a:xfrm>
            <a:off x="6687097" y="2943439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B6D920EC-7FDD-4975-B5CE-300A0CDA8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203" y="3674666"/>
            <a:ext cx="214699" cy="214699"/>
          </a:xfrm>
          <a:prstGeom prst="rect">
            <a:avLst/>
          </a:prstGeom>
        </p:spPr>
      </p:pic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58F805F-8994-4ED6-AF91-2A12156DAB7B}"/>
              </a:ext>
            </a:extLst>
          </p:cNvPr>
          <p:cNvCxnSpPr>
            <a:cxnSpLocks/>
          </p:cNvCxnSpPr>
          <p:nvPr/>
        </p:nvCxnSpPr>
        <p:spPr>
          <a:xfrm>
            <a:off x="7691907" y="962169"/>
            <a:ext cx="0" cy="181710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9E1FCC6D-190B-4DF4-BC52-76DF130B6F8D}"/>
              </a:ext>
            </a:extLst>
          </p:cNvPr>
          <p:cNvCxnSpPr>
            <a:cxnSpLocks/>
          </p:cNvCxnSpPr>
          <p:nvPr/>
        </p:nvCxnSpPr>
        <p:spPr>
          <a:xfrm>
            <a:off x="7666067" y="962169"/>
            <a:ext cx="0" cy="183195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CC556D5F-4AF8-463B-8113-EF1E9A4DC05A}"/>
              </a:ext>
            </a:extLst>
          </p:cNvPr>
          <p:cNvCxnSpPr>
            <a:cxnSpLocks/>
          </p:cNvCxnSpPr>
          <p:nvPr/>
        </p:nvCxnSpPr>
        <p:spPr>
          <a:xfrm>
            <a:off x="7710737" y="962169"/>
            <a:ext cx="1" cy="183656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24F0B183-7E45-4154-BE93-B3CB4B90C4AA}"/>
              </a:ext>
            </a:extLst>
          </p:cNvPr>
          <p:cNvCxnSpPr>
            <a:cxnSpLocks/>
          </p:cNvCxnSpPr>
          <p:nvPr/>
        </p:nvCxnSpPr>
        <p:spPr>
          <a:xfrm flipH="1">
            <a:off x="7448648" y="859026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C0D8DFF0-C741-4A17-AE68-AE12CCC3FCC2}"/>
              </a:ext>
            </a:extLst>
          </p:cNvPr>
          <p:cNvCxnSpPr>
            <a:cxnSpLocks/>
          </p:cNvCxnSpPr>
          <p:nvPr/>
        </p:nvCxnSpPr>
        <p:spPr>
          <a:xfrm flipH="1">
            <a:off x="7552575" y="923963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D95B30C4-B144-472A-8CC8-CB4B8D9E9FD6}"/>
              </a:ext>
            </a:extLst>
          </p:cNvPr>
          <p:cNvCxnSpPr>
            <a:cxnSpLocks/>
          </p:cNvCxnSpPr>
          <p:nvPr/>
        </p:nvCxnSpPr>
        <p:spPr>
          <a:xfrm>
            <a:off x="7448648" y="883716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11CAA9A0-6ED2-4238-A907-FD5FAC7B91C0}"/>
              </a:ext>
            </a:extLst>
          </p:cNvPr>
          <p:cNvCxnSpPr>
            <a:cxnSpLocks/>
          </p:cNvCxnSpPr>
          <p:nvPr/>
        </p:nvCxnSpPr>
        <p:spPr>
          <a:xfrm>
            <a:off x="7649896" y="859026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6DF7747B-41F8-40CF-A7E2-17D1C930951A}"/>
              </a:ext>
            </a:extLst>
          </p:cNvPr>
          <p:cNvCxnSpPr>
            <a:cxnSpLocks/>
          </p:cNvCxnSpPr>
          <p:nvPr/>
        </p:nvCxnSpPr>
        <p:spPr>
          <a:xfrm>
            <a:off x="7448648" y="878458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95415EA2-5A6E-4F60-8BE3-7740689270A6}"/>
              </a:ext>
            </a:extLst>
          </p:cNvPr>
          <p:cNvCxnSpPr>
            <a:cxnSpLocks/>
          </p:cNvCxnSpPr>
          <p:nvPr/>
        </p:nvCxnSpPr>
        <p:spPr>
          <a:xfrm>
            <a:off x="7552960" y="940192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0AF2E14E-3D64-4818-A391-E5D52326B9EE}"/>
              </a:ext>
            </a:extLst>
          </p:cNvPr>
          <p:cNvCxnSpPr>
            <a:cxnSpLocks/>
          </p:cNvCxnSpPr>
          <p:nvPr/>
        </p:nvCxnSpPr>
        <p:spPr>
          <a:xfrm>
            <a:off x="7762765" y="923230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BF54F2D6-32DD-4EFC-B61A-F3CD5EB5D9D7}"/>
              </a:ext>
            </a:extLst>
          </p:cNvPr>
          <p:cNvCxnSpPr>
            <a:cxnSpLocks/>
          </p:cNvCxnSpPr>
          <p:nvPr/>
        </p:nvCxnSpPr>
        <p:spPr>
          <a:xfrm flipH="1">
            <a:off x="7552575" y="956445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2BC4A6AC-708A-4815-84CA-40596BB65407}"/>
              </a:ext>
            </a:extLst>
          </p:cNvPr>
          <p:cNvCxnSpPr>
            <a:cxnSpLocks/>
          </p:cNvCxnSpPr>
          <p:nvPr/>
        </p:nvCxnSpPr>
        <p:spPr>
          <a:xfrm>
            <a:off x="7446312" y="917204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1F3AC226-FC8C-4913-B132-293D7DD3DC5D}"/>
              </a:ext>
            </a:extLst>
          </p:cNvPr>
          <p:cNvCxnSpPr>
            <a:cxnSpLocks/>
          </p:cNvCxnSpPr>
          <p:nvPr/>
        </p:nvCxnSpPr>
        <p:spPr>
          <a:xfrm flipV="1">
            <a:off x="7553147" y="1024698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40532BA0-2BD9-407B-8035-E0615FD1F1EE}"/>
              </a:ext>
            </a:extLst>
          </p:cNvPr>
          <p:cNvCxnSpPr>
            <a:cxnSpLocks/>
          </p:cNvCxnSpPr>
          <p:nvPr/>
        </p:nvCxnSpPr>
        <p:spPr>
          <a:xfrm>
            <a:off x="7556973" y="2863365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708BDECB-10C3-498D-B427-32B73B207DA8}"/>
              </a:ext>
            </a:extLst>
          </p:cNvPr>
          <p:cNvCxnSpPr>
            <a:cxnSpLocks/>
          </p:cNvCxnSpPr>
          <p:nvPr/>
        </p:nvCxnSpPr>
        <p:spPr>
          <a:xfrm>
            <a:off x="7521350" y="2863364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BC11A7F6-6614-40CC-994C-38FD2E318FE5}"/>
              </a:ext>
            </a:extLst>
          </p:cNvPr>
          <p:cNvCxnSpPr>
            <a:cxnSpLocks/>
          </p:cNvCxnSpPr>
          <p:nvPr/>
        </p:nvCxnSpPr>
        <p:spPr>
          <a:xfrm>
            <a:off x="7578685" y="2863364"/>
            <a:ext cx="0" cy="83309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79CB4587-2509-42B5-A6AE-E16943C0D444}"/>
              </a:ext>
            </a:extLst>
          </p:cNvPr>
          <p:cNvCxnSpPr>
            <a:cxnSpLocks/>
          </p:cNvCxnSpPr>
          <p:nvPr/>
        </p:nvCxnSpPr>
        <p:spPr>
          <a:xfrm flipV="1">
            <a:off x="7552575" y="3691206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504ED385-3AA4-49FA-8E1F-9798C3A52F9A}"/>
              </a:ext>
            </a:extLst>
          </p:cNvPr>
          <p:cNvCxnSpPr>
            <a:cxnSpLocks/>
          </p:cNvCxnSpPr>
          <p:nvPr/>
        </p:nvCxnSpPr>
        <p:spPr>
          <a:xfrm>
            <a:off x="7517204" y="3708155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A14CE020-00DD-45F1-B96C-5427C3E37B37}"/>
              </a:ext>
            </a:extLst>
          </p:cNvPr>
          <p:cNvCxnSpPr>
            <a:cxnSpLocks/>
          </p:cNvCxnSpPr>
          <p:nvPr/>
        </p:nvCxnSpPr>
        <p:spPr>
          <a:xfrm>
            <a:off x="6708670" y="2229651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A9609AF9-0699-4F5A-91CF-F23D700B1C22}"/>
              </a:ext>
            </a:extLst>
          </p:cNvPr>
          <p:cNvCxnSpPr>
            <a:cxnSpLocks/>
          </p:cNvCxnSpPr>
          <p:nvPr/>
        </p:nvCxnSpPr>
        <p:spPr>
          <a:xfrm>
            <a:off x="6646784" y="2244494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A5F2E074-00ED-424C-B53F-46AFD525C94E}"/>
              </a:ext>
            </a:extLst>
          </p:cNvPr>
          <p:cNvCxnSpPr>
            <a:cxnSpLocks/>
          </p:cNvCxnSpPr>
          <p:nvPr/>
        </p:nvCxnSpPr>
        <p:spPr>
          <a:xfrm flipV="1">
            <a:off x="6646784" y="2234896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CD32CE18-DE3A-4191-8C26-C1E76E6EAB6A}"/>
              </a:ext>
            </a:extLst>
          </p:cNvPr>
          <p:cNvCxnSpPr>
            <a:cxnSpLocks/>
          </p:cNvCxnSpPr>
          <p:nvPr/>
        </p:nvCxnSpPr>
        <p:spPr>
          <a:xfrm flipH="1" flipV="1">
            <a:off x="6604752" y="2219676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1473EAE7-A65D-459E-805F-332B9A491EBD}"/>
              </a:ext>
            </a:extLst>
          </p:cNvPr>
          <p:cNvCxnSpPr>
            <a:cxnSpLocks/>
          </p:cNvCxnSpPr>
          <p:nvPr/>
        </p:nvCxnSpPr>
        <p:spPr>
          <a:xfrm flipH="1" flipV="1">
            <a:off x="6675722" y="2209741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68289E4F-9DAD-44EE-BE82-9F5A07477415}"/>
              </a:ext>
            </a:extLst>
          </p:cNvPr>
          <p:cNvCxnSpPr>
            <a:cxnSpLocks/>
          </p:cNvCxnSpPr>
          <p:nvPr/>
        </p:nvCxnSpPr>
        <p:spPr>
          <a:xfrm flipH="1" flipV="1">
            <a:off x="6598555" y="2264285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D9D6D34B-72DD-4DE1-9EDD-1E79477F7A34}"/>
              </a:ext>
            </a:extLst>
          </p:cNvPr>
          <p:cNvCxnSpPr>
            <a:cxnSpLocks/>
          </p:cNvCxnSpPr>
          <p:nvPr/>
        </p:nvCxnSpPr>
        <p:spPr>
          <a:xfrm flipV="1">
            <a:off x="6647563" y="2279887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CF02F5B7-5C09-4CBA-91FC-0FFF4BD15EDD}"/>
              </a:ext>
            </a:extLst>
          </p:cNvPr>
          <p:cNvCxnSpPr>
            <a:cxnSpLocks/>
          </p:cNvCxnSpPr>
          <p:nvPr/>
        </p:nvCxnSpPr>
        <p:spPr>
          <a:xfrm flipV="1">
            <a:off x="6600773" y="2214479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09E22B4A-D78C-4838-8A2E-BE14F2A392B7}"/>
              </a:ext>
            </a:extLst>
          </p:cNvPr>
          <p:cNvCxnSpPr>
            <a:cxnSpLocks/>
          </p:cNvCxnSpPr>
          <p:nvPr/>
        </p:nvCxnSpPr>
        <p:spPr>
          <a:xfrm flipV="1">
            <a:off x="6595372" y="2208276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FDA4534D-0B48-46A0-9A91-C9FA27132B4F}"/>
              </a:ext>
            </a:extLst>
          </p:cNvPr>
          <p:cNvCxnSpPr>
            <a:cxnSpLocks/>
          </p:cNvCxnSpPr>
          <p:nvPr/>
        </p:nvCxnSpPr>
        <p:spPr>
          <a:xfrm>
            <a:off x="6655263" y="2276413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1F9E7CD2-ECDA-4D1E-81B1-2224D2D9A27A}"/>
              </a:ext>
            </a:extLst>
          </p:cNvPr>
          <p:cNvCxnSpPr>
            <a:cxnSpLocks/>
          </p:cNvCxnSpPr>
          <p:nvPr/>
        </p:nvCxnSpPr>
        <p:spPr>
          <a:xfrm>
            <a:off x="6653043" y="226193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0B1D8FA5-04F4-49D0-BC5A-A16A8801F78C}"/>
              </a:ext>
            </a:extLst>
          </p:cNvPr>
          <p:cNvCxnSpPr>
            <a:cxnSpLocks/>
          </p:cNvCxnSpPr>
          <p:nvPr/>
        </p:nvCxnSpPr>
        <p:spPr>
          <a:xfrm>
            <a:off x="6608374" y="2251505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5B3D805E-95EA-4A0E-91F6-796BE346ED3D}"/>
              </a:ext>
            </a:extLst>
          </p:cNvPr>
          <p:cNvCxnSpPr>
            <a:cxnSpLocks/>
          </p:cNvCxnSpPr>
          <p:nvPr/>
        </p:nvCxnSpPr>
        <p:spPr>
          <a:xfrm>
            <a:off x="6621580" y="223606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1A50ACD5-EA2D-4220-BCD3-DA1407E5FC36}"/>
              </a:ext>
            </a:extLst>
          </p:cNvPr>
          <p:cNvCxnSpPr>
            <a:cxnSpLocks/>
          </p:cNvCxnSpPr>
          <p:nvPr/>
        </p:nvCxnSpPr>
        <p:spPr>
          <a:xfrm>
            <a:off x="6645848" y="2241789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B4FC088C-603B-43CD-9D84-C041E9010F62}"/>
              </a:ext>
            </a:extLst>
          </p:cNvPr>
          <p:cNvCxnSpPr>
            <a:cxnSpLocks/>
          </p:cNvCxnSpPr>
          <p:nvPr/>
        </p:nvCxnSpPr>
        <p:spPr>
          <a:xfrm>
            <a:off x="6635349" y="2232637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7593F57A-91EF-4C22-AFB6-78723B18A7D9}"/>
              </a:ext>
            </a:extLst>
          </p:cNvPr>
          <p:cNvCxnSpPr>
            <a:cxnSpLocks/>
          </p:cNvCxnSpPr>
          <p:nvPr/>
        </p:nvCxnSpPr>
        <p:spPr>
          <a:xfrm>
            <a:off x="6605504" y="2246617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5104F08B-FC03-4B09-BF1D-7679EE4F044D}"/>
              </a:ext>
            </a:extLst>
          </p:cNvPr>
          <p:cNvCxnSpPr>
            <a:cxnSpLocks/>
          </p:cNvCxnSpPr>
          <p:nvPr/>
        </p:nvCxnSpPr>
        <p:spPr>
          <a:xfrm>
            <a:off x="6635087" y="226334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78E155A6-0AC6-4B25-B4BC-DD0FD66F4B3F}"/>
              </a:ext>
            </a:extLst>
          </p:cNvPr>
          <p:cNvCxnSpPr>
            <a:cxnSpLocks/>
          </p:cNvCxnSpPr>
          <p:nvPr/>
        </p:nvCxnSpPr>
        <p:spPr>
          <a:xfrm>
            <a:off x="6707891" y="2226287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AE713559-3EA1-4F65-AE3C-6735F16FFCF7}"/>
              </a:ext>
            </a:extLst>
          </p:cNvPr>
          <p:cNvCxnSpPr>
            <a:cxnSpLocks/>
          </p:cNvCxnSpPr>
          <p:nvPr/>
        </p:nvCxnSpPr>
        <p:spPr>
          <a:xfrm>
            <a:off x="6646005" y="2241130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04DF4D45-C96E-45F0-9520-98FAC0B7C985}"/>
              </a:ext>
            </a:extLst>
          </p:cNvPr>
          <p:cNvCxnSpPr>
            <a:cxnSpLocks/>
          </p:cNvCxnSpPr>
          <p:nvPr/>
        </p:nvCxnSpPr>
        <p:spPr>
          <a:xfrm flipV="1">
            <a:off x="6650954" y="2231632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DC919268-08DF-4186-9535-77FC19AC3374}"/>
              </a:ext>
            </a:extLst>
          </p:cNvPr>
          <p:cNvCxnSpPr>
            <a:cxnSpLocks/>
          </p:cNvCxnSpPr>
          <p:nvPr/>
        </p:nvCxnSpPr>
        <p:spPr>
          <a:xfrm flipH="1" flipV="1">
            <a:off x="6603973" y="2216312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363FE58C-24CE-40E4-81E9-686A1C6FF0EE}"/>
              </a:ext>
            </a:extLst>
          </p:cNvPr>
          <p:cNvCxnSpPr>
            <a:cxnSpLocks/>
          </p:cNvCxnSpPr>
          <p:nvPr/>
        </p:nvCxnSpPr>
        <p:spPr>
          <a:xfrm flipH="1" flipV="1">
            <a:off x="6674943" y="2206377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D5B5A50F-10DA-4AB6-8FFD-63EFD1E0707D}"/>
              </a:ext>
            </a:extLst>
          </p:cNvPr>
          <p:cNvCxnSpPr>
            <a:cxnSpLocks/>
          </p:cNvCxnSpPr>
          <p:nvPr/>
        </p:nvCxnSpPr>
        <p:spPr>
          <a:xfrm flipH="1" flipV="1">
            <a:off x="6597776" y="2260921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3D827D31-1567-484F-AC73-AF32729D03A9}"/>
              </a:ext>
            </a:extLst>
          </p:cNvPr>
          <p:cNvCxnSpPr>
            <a:cxnSpLocks/>
          </p:cNvCxnSpPr>
          <p:nvPr/>
        </p:nvCxnSpPr>
        <p:spPr>
          <a:xfrm flipV="1">
            <a:off x="6646784" y="2276523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8439C5DA-7EA1-43FE-B598-065C068780E4}"/>
              </a:ext>
            </a:extLst>
          </p:cNvPr>
          <p:cNvCxnSpPr>
            <a:cxnSpLocks/>
          </p:cNvCxnSpPr>
          <p:nvPr/>
        </p:nvCxnSpPr>
        <p:spPr>
          <a:xfrm flipV="1">
            <a:off x="6599994" y="2211115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94FF156F-F2FC-4FCE-B641-F11AA039F738}"/>
              </a:ext>
            </a:extLst>
          </p:cNvPr>
          <p:cNvCxnSpPr>
            <a:cxnSpLocks/>
          </p:cNvCxnSpPr>
          <p:nvPr/>
        </p:nvCxnSpPr>
        <p:spPr>
          <a:xfrm flipV="1">
            <a:off x="6594593" y="2204912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C0D98B1B-B6DF-4364-ABA7-643BCAF7BC3C}"/>
              </a:ext>
            </a:extLst>
          </p:cNvPr>
          <p:cNvCxnSpPr>
            <a:cxnSpLocks/>
          </p:cNvCxnSpPr>
          <p:nvPr/>
        </p:nvCxnSpPr>
        <p:spPr>
          <a:xfrm>
            <a:off x="7504202" y="949382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12CCF6FF-75EB-4817-912F-43C508E43F11}"/>
              </a:ext>
            </a:extLst>
          </p:cNvPr>
          <p:cNvCxnSpPr>
            <a:cxnSpLocks/>
          </p:cNvCxnSpPr>
          <p:nvPr/>
        </p:nvCxnSpPr>
        <p:spPr>
          <a:xfrm>
            <a:off x="7496796" y="1003724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E3933376-F0DC-4716-A15C-0BB54D87DB41}"/>
              </a:ext>
            </a:extLst>
          </p:cNvPr>
          <p:cNvCxnSpPr>
            <a:cxnSpLocks/>
          </p:cNvCxnSpPr>
          <p:nvPr/>
        </p:nvCxnSpPr>
        <p:spPr>
          <a:xfrm>
            <a:off x="7550239" y="975947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C5DDC860-9124-43AC-A8C0-BE957A112192}"/>
              </a:ext>
            </a:extLst>
          </p:cNvPr>
          <p:cNvCxnSpPr>
            <a:cxnSpLocks/>
          </p:cNvCxnSpPr>
          <p:nvPr/>
        </p:nvCxnSpPr>
        <p:spPr>
          <a:xfrm>
            <a:off x="7614525" y="975056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3CA11C4A-8326-4693-9D48-C06A3F49890D}"/>
              </a:ext>
            </a:extLst>
          </p:cNvPr>
          <p:cNvCxnSpPr>
            <a:cxnSpLocks/>
          </p:cNvCxnSpPr>
          <p:nvPr/>
        </p:nvCxnSpPr>
        <p:spPr>
          <a:xfrm>
            <a:off x="7515003" y="991295"/>
            <a:ext cx="43968" cy="267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9C461260-9F57-4FF4-86C9-E54F03963DE0}"/>
              </a:ext>
            </a:extLst>
          </p:cNvPr>
          <p:cNvCxnSpPr>
            <a:cxnSpLocks/>
          </p:cNvCxnSpPr>
          <p:nvPr/>
        </p:nvCxnSpPr>
        <p:spPr>
          <a:xfrm>
            <a:off x="7510856" y="987348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0240FE35-C11F-485A-94F7-F4D3B691CDF7}"/>
              </a:ext>
            </a:extLst>
          </p:cNvPr>
          <p:cNvCxnSpPr>
            <a:cxnSpLocks/>
          </p:cNvCxnSpPr>
          <p:nvPr/>
        </p:nvCxnSpPr>
        <p:spPr>
          <a:xfrm>
            <a:off x="7544670" y="1012429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55F27DFA-A3B0-4243-8447-12B66065BBAA}"/>
              </a:ext>
            </a:extLst>
          </p:cNvPr>
          <p:cNvCxnSpPr>
            <a:cxnSpLocks/>
          </p:cNvCxnSpPr>
          <p:nvPr/>
        </p:nvCxnSpPr>
        <p:spPr>
          <a:xfrm>
            <a:off x="7544942" y="987348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B6D8F339-B4A0-4073-BD93-04AD55F0381B}"/>
              </a:ext>
            </a:extLst>
          </p:cNvPr>
          <p:cNvCxnSpPr>
            <a:cxnSpLocks/>
          </p:cNvCxnSpPr>
          <p:nvPr/>
        </p:nvCxnSpPr>
        <p:spPr>
          <a:xfrm>
            <a:off x="7505050" y="987348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A20F8FC1-7C9C-4882-A084-4F2F83DB2159}"/>
              </a:ext>
            </a:extLst>
          </p:cNvPr>
          <p:cNvCxnSpPr>
            <a:cxnSpLocks/>
          </p:cNvCxnSpPr>
          <p:nvPr/>
        </p:nvCxnSpPr>
        <p:spPr>
          <a:xfrm>
            <a:off x="7504616" y="968486"/>
            <a:ext cx="61824" cy="31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FDEB058D-DB13-4D16-B874-0413B00D6B7E}"/>
              </a:ext>
            </a:extLst>
          </p:cNvPr>
          <p:cNvCxnSpPr>
            <a:cxnSpLocks/>
          </p:cNvCxnSpPr>
          <p:nvPr/>
        </p:nvCxnSpPr>
        <p:spPr>
          <a:xfrm flipH="1">
            <a:off x="7449150" y="861225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092667D6-D015-46C1-9A84-0E3C0148CC51}"/>
              </a:ext>
            </a:extLst>
          </p:cNvPr>
          <p:cNvCxnSpPr>
            <a:cxnSpLocks/>
          </p:cNvCxnSpPr>
          <p:nvPr/>
        </p:nvCxnSpPr>
        <p:spPr>
          <a:xfrm flipH="1">
            <a:off x="7553077" y="926162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5DCB68A6-4C47-4BB2-A9C4-F967F82F096B}"/>
              </a:ext>
            </a:extLst>
          </p:cNvPr>
          <p:cNvCxnSpPr>
            <a:cxnSpLocks/>
          </p:cNvCxnSpPr>
          <p:nvPr/>
        </p:nvCxnSpPr>
        <p:spPr>
          <a:xfrm>
            <a:off x="7449150" y="885915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334D49A0-EE94-4926-8CB4-A9D888CEB1D5}"/>
              </a:ext>
            </a:extLst>
          </p:cNvPr>
          <p:cNvCxnSpPr>
            <a:cxnSpLocks/>
          </p:cNvCxnSpPr>
          <p:nvPr/>
        </p:nvCxnSpPr>
        <p:spPr>
          <a:xfrm>
            <a:off x="7650398" y="861225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C42D2901-25BC-40E9-90FB-43C0A9E07E17}"/>
              </a:ext>
            </a:extLst>
          </p:cNvPr>
          <p:cNvCxnSpPr>
            <a:cxnSpLocks/>
          </p:cNvCxnSpPr>
          <p:nvPr/>
        </p:nvCxnSpPr>
        <p:spPr>
          <a:xfrm>
            <a:off x="7449150" y="880657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5EE9C1C2-BE22-4CEA-B77D-C6D120013B6B}"/>
              </a:ext>
            </a:extLst>
          </p:cNvPr>
          <p:cNvCxnSpPr>
            <a:cxnSpLocks/>
          </p:cNvCxnSpPr>
          <p:nvPr/>
        </p:nvCxnSpPr>
        <p:spPr>
          <a:xfrm>
            <a:off x="7553462" y="942391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2840AFD1-59A8-4F4B-B9BD-222BE80C8F2E}"/>
              </a:ext>
            </a:extLst>
          </p:cNvPr>
          <p:cNvCxnSpPr>
            <a:cxnSpLocks/>
          </p:cNvCxnSpPr>
          <p:nvPr/>
        </p:nvCxnSpPr>
        <p:spPr>
          <a:xfrm>
            <a:off x="7763267" y="925429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11448856-EB51-4716-81AD-6AC0174C8391}"/>
              </a:ext>
            </a:extLst>
          </p:cNvPr>
          <p:cNvCxnSpPr>
            <a:cxnSpLocks/>
          </p:cNvCxnSpPr>
          <p:nvPr/>
        </p:nvCxnSpPr>
        <p:spPr>
          <a:xfrm flipH="1">
            <a:off x="7553077" y="958644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826ABAF9-83FD-42AA-88FE-CE92F33D5EC8}"/>
              </a:ext>
            </a:extLst>
          </p:cNvPr>
          <p:cNvCxnSpPr>
            <a:cxnSpLocks/>
          </p:cNvCxnSpPr>
          <p:nvPr/>
        </p:nvCxnSpPr>
        <p:spPr>
          <a:xfrm>
            <a:off x="7446814" y="919403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78455FF5-ACAF-4EC5-A418-7CB84F749F7E}"/>
              </a:ext>
            </a:extLst>
          </p:cNvPr>
          <p:cNvCxnSpPr>
            <a:cxnSpLocks/>
          </p:cNvCxnSpPr>
          <p:nvPr/>
        </p:nvCxnSpPr>
        <p:spPr>
          <a:xfrm flipV="1">
            <a:off x="7553649" y="1026897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E8D4643C-9BF3-41AF-94CA-7C77BA65A141}"/>
              </a:ext>
            </a:extLst>
          </p:cNvPr>
          <p:cNvCxnSpPr>
            <a:cxnSpLocks/>
          </p:cNvCxnSpPr>
          <p:nvPr/>
        </p:nvCxnSpPr>
        <p:spPr>
          <a:xfrm>
            <a:off x="7504704" y="951581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D0DF5D0D-EC3E-44CF-8C2A-CF9AFC825FEC}"/>
              </a:ext>
            </a:extLst>
          </p:cNvPr>
          <p:cNvCxnSpPr>
            <a:cxnSpLocks/>
          </p:cNvCxnSpPr>
          <p:nvPr/>
        </p:nvCxnSpPr>
        <p:spPr>
          <a:xfrm>
            <a:off x="7497298" y="1005923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>
            <a:extLst>
              <a:ext uri="{FF2B5EF4-FFF2-40B4-BE49-F238E27FC236}">
                <a16:creationId xmlns:a16="http://schemas.microsoft.com/office/drawing/2014/main" id="{26EA0E3B-030C-428A-B210-085D5D38F9A4}"/>
              </a:ext>
            </a:extLst>
          </p:cNvPr>
          <p:cNvCxnSpPr>
            <a:cxnSpLocks/>
          </p:cNvCxnSpPr>
          <p:nvPr/>
        </p:nvCxnSpPr>
        <p:spPr>
          <a:xfrm>
            <a:off x="7550741" y="978146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C76EFBBE-4059-4F63-A23F-198171A6B67B}"/>
              </a:ext>
            </a:extLst>
          </p:cNvPr>
          <p:cNvCxnSpPr>
            <a:cxnSpLocks/>
          </p:cNvCxnSpPr>
          <p:nvPr/>
        </p:nvCxnSpPr>
        <p:spPr>
          <a:xfrm>
            <a:off x="7615027" y="977255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1DE192EC-88DB-40B4-A063-00028A692988}"/>
              </a:ext>
            </a:extLst>
          </p:cNvPr>
          <p:cNvCxnSpPr>
            <a:cxnSpLocks/>
          </p:cNvCxnSpPr>
          <p:nvPr/>
        </p:nvCxnSpPr>
        <p:spPr>
          <a:xfrm>
            <a:off x="6250129" y="2883483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E9520B40-7480-4681-8069-9E7C3002632B}"/>
              </a:ext>
            </a:extLst>
          </p:cNvPr>
          <p:cNvCxnSpPr>
            <a:cxnSpLocks/>
          </p:cNvCxnSpPr>
          <p:nvPr/>
        </p:nvCxnSpPr>
        <p:spPr>
          <a:xfrm>
            <a:off x="6188243" y="2898326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FCA81F94-AA32-4DA3-B2C5-4FC243B36D02}"/>
              </a:ext>
            </a:extLst>
          </p:cNvPr>
          <p:cNvCxnSpPr>
            <a:cxnSpLocks/>
          </p:cNvCxnSpPr>
          <p:nvPr/>
        </p:nvCxnSpPr>
        <p:spPr>
          <a:xfrm flipV="1">
            <a:off x="6188243" y="2888728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4F5450FB-7CD3-4432-9E79-E7CE099A9A95}"/>
              </a:ext>
            </a:extLst>
          </p:cNvPr>
          <p:cNvCxnSpPr>
            <a:cxnSpLocks/>
          </p:cNvCxnSpPr>
          <p:nvPr/>
        </p:nvCxnSpPr>
        <p:spPr>
          <a:xfrm flipH="1" flipV="1">
            <a:off x="6146211" y="2873508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3AF927B8-1E45-434B-A900-78B85CA3B240}"/>
              </a:ext>
            </a:extLst>
          </p:cNvPr>
          <p:cNvCxnSpPr>
            <a:cxnSpLocks/>
          </p:cNvCxnSpPr>
          <p:nvPr/>
        </p:nvCxnSpPr>
        <p:spPr>
          <a:xfrm flipH="1" flipV="1">
            <a:off x="6217181" y="2863573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D79CB5A2-929F-4C2E-9EDF-92C3302B6A05}"/>
              </a:ext>
            </a:extLst>
          </p:cNvPr>
          <p:cNvCxnSpPr>
            <a:cxnSpLocks/>
          </p:cNvCxnSpPr>
          <p:nvPr/>
        </p:nvCxnSpPr>
        <p:spPr>
          <a:xfrm flipH="1" flipV="1">
            <a:off x="6140014" y="2918117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92DE221C-3932-4AD9-94F7-121DF109F51C}"/>
              </a:ext>
            </a:extLst>
          </p:cNvPr>
          <p:cNvCxnSpPr>
            <a:cxnSpLocks/>
          </p:cNvCxnSpPr>
          <p:nvPr/>
        </p:nvCxnSpPr>
        <p:spPr>
          <a:xfrm flipV="1">
            <a:off x="6189022" y="2933719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4B387833-6515-4808-824F-A4794FA570ED}"/>
              </a:ext>
            </a:extLst>
          </p:cNvPr>
          <p:cNvCxnSpPr>
            <a:cxnSpLocks/>
          </p:cNvCxnSpPr>
          <p:nvPr/>
        </p:nvCxnSpPr>
        <p:spPr>
          <a:xfrm flipV="1">
            <a:off x="6142232" y="2868311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0BB1C271-D925-47BF-8E13-2F1E522D0118}"/>
              </a:ext>
            </a:extLst>
          </p:cNvPr>
          <p:cNvCxnSpPr>
            <a:cxnSpLocks/>
          </p:cNvCxnSpPr>
          <p:nvPr/>
        </p:nvCxnSpPr>
        <p:spPr>
          <a:xfrm flipV="1">
            <a:off x="6136831" y="2862108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148CC795-8326-490A-929A-76EF6AD06691}"/>
              </a:ext>
            </a:extLst>
          </p:cNvPr>
          <p:cNvCxnSpPr>
            <a:cxnSpLocks/>
          </p:cNvCxnSpPr>
          <p:nvPr/>
        </p:nvCxnSpPr>
        <p:spPr>
          <a:xfrm>
            <a:off x="6196722" y="2930245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49D0F8CF-D2EC-4866-B4C6-AFCF0ED013CA}"/>
              </a:ext>
            </a:extLst>
          </p:cNvPr>
          <p:cNvCxnSpPr>
            <a:cxnSpLocks/>
          </p:cNvCxnSpPr>
          <p:nvPr/>
        </p:nvCxnSpPr>
        <p:spPr>
          <a:xfrm>
            <a:off x="6194502" y="291576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115">
            <a:extLst>
              <a:ext uri="{FF2B5EF4-FFF2-40B4-BE49-F238E27FC236}">
                <a16:creationId xmlns:a16="http://schemas.microsoft.com/office/drawing/2014/main" id="{6C7D8FE1-2941-4085-874C-CC3D3EEA2518}"/>
              </a:ext>
            </a:extLst>
          </p:cNvPr>
          <p:cNvCxnSpPr>
            <a:cxnSpLocks/>
          </p:cNvCxnSpPr>
          <p:nvPr/>
        </p:nvCxnSpPr>
        <p:spPr>
          <a:xfrm>
            <a:off x="6149833" y="2905337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116">
            <a:extLst>
              <a:ext uri="{FF2B5EF4-FFF2-40B4-BE49-F238E27FC236}">
                <a16:creationId xmlns:a16="http://schemas.microsoft.com/office/drawing/2014/main" id="{31A27EF5-FBED-4955-AC37-4E81B111B703}"/>
              </a:ext>
            </a:extLst>
          </p:cNvPr>
          <p:cNvCxnSpPr>
            <a:cxnSpLocks/>
          </p:cNvCxnSpPr>
          <p:nvPr/>
        </p:nvCxnSpPr>
        <p:spPr>
          <a:xfrm>
            <a:off x="6163039" y="288989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00F47526-0853-4EC5-921A-EED731295CC4}"/>
              </a:ext>
            </a:extLst>
          </p:cNvPr>
          <p:cNvCxnSpPr>
            <a:cxnSpLocks/>
          </p:cNvCxnSpPr>
          <p:nvPr/>
        </p:nvCxnSpPr>
        <p:spPr>
          <a:xfrm>
            <a:off x="6187307" y="289562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C936B9CB-4CC4-4368-8BAD-82CFA5AC4391}"/>
              </a:ext>
            </a:extLst>
          </p:cNvPr>
          <p:cNvCxnSpPr>
            <a:cxnSpLocks/>
          </p:cNvCxnSpPr>
          <p:nvPr/>
        </p:nvCxnSpPr>
        <p:spPr>
          <a:xfrm>
            <a:off x="6176808" y="2886469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>
            <a:extLst>
              <a:ext uri="{FF2B5EF4-FFF2-40B4-BE49-F238E27FC236}">
                <a16:creationId xmlns:a16="http://schemas.microsoft.com/office/drawing/2014/main" id="{342856FD-8E5C-43DD-B9B4-0BB40C34EB83}"/>
              </a:ext>
            </a:extLst>
          </p:cNvPr>
          <p:cNvCxnSpPr>
            <a:cxnSpLocks/>
          </p:cNvCxnSpPr>
          <p:nvPr/>
        </p:nvCxnSpPr>
        <p:spPr>
          <a:xfrm>
            <a:off x="6146963" y="2900449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>
            <a:extLst>
              <a:ext uri="{FF2B5EF4-FFF2-40B4-BE49-F238E27FC236}">
                <a16:creationId xmlns:a16="http://schemas.microsoft.com/office/drawing/2014/main" id="{2C45B1F7-57FE-4B8D-A9E1-AC3064F2AD87}"/>
              </a:ext>
            </a:extLst>
          </p:cNvPr>
          <p:cNvCxnSpPr>
            <a:cxnSpLocks/>
          </p:cNvCxnSpPr>
          <p:nvPr/>
        </p:nvCxnSpPr>
        <p:spPr>
          <a:xfrm>
            <a:off x="6176546" y="291717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>
            <a:extLst>
              <a:ext uri="{FF2B5EF4-FFF2-40B4-BE49-F238E27FC236}">
                <a16:creationId xmlns:a16="http://schemas.microsoft.com/office/drawing/2014/main" id="{87CC24C5-003C-4D57-BBF1-212BFA697301}"/>
              </a:ext>
            </a:extLst>
          </p:cNvPr>
          <p:cNvCxnSpPr>
            <a:cxnSpLocks/>
          </p:cNvCxnSpPr>
          <p:nvPr/>
        </p:nvCxnSpPr>
        <p:spPr>
          <a:xfrm>
            <a:off x="6249350" y="2880119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CAC2D439-DE87-4FEA-A70F-A6CD08C3D8BF}"/>
              </a:ext>
            </a:extLst>
          </p:cNvPr>
          <p:cNvCxnSpPr>
            <a:cxnSpLocks/>
          </p:cNvCxnSpPr>
          <p:nvPr/>
        </p:nvCxnSpPr>
        <p:spPr>
          <a:xfrm>
            <a:off x="6187464" y="2894962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C1776A71-B67D-403B-A896-ABDAC3BC3511}"/>
              </a:ext>
            </a:extLst>
          </p:cNvPr>
          <p:cNvCxnSpPr>
            <a:cxnSpLocks/>
          </p:cNvCxnSpPr>
          <p:nvPr/>
        </p:nvCxnSpPr>
        <p:spPr>
          <a:xfrm flipV="1">
            <a:off x="6192413" y="2885464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3D5C9C81-C887-4624-8A6C-FACBD49C1440}"/>
              </a:ext>
            </a:extLst>
          </p:cNvPr>
          <p:cNvCxnSpPr>
            <a:cxnSpLocks/>
          </p:cNvCxnSpPr>
          <p:nvPr/>
        </p:nvCxnSpPr>
        <p:spPr>
          <a:xfrm flipH="1" flipV="1">
            <a:off x="6145432" y="2870144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41296FA8-BB4F-4D0D-B610-F8CC0AFCFA20}"/>
              </a:ext>
            </a:extLst>
          </p:cNvPr>
          <p:cNvCxnSpPr>
            <a:cxnSpLocks/>
          </p:cNvCxnSpPr>
          <p:nvPr/>
        </p:nvCxnSpPr>
        <p:spPr>
          <a:xfrm flipH="1" flipV="1">
            <a:off x="6216402" y="2860209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1ECD50CA-280B-4030-AF52-2AB8B5DD1A99}"/>
              </a:ext>
            </a:extLst>
          </p:cNvPr>
          <p:cNvCxnSpPr>
            <a:cxnSpLocks/>
          </p:cNvCxnSpPr>
          <p:nvPr/>
        </p:nvCxnSpPr>
        <p:spPr>
          <a:xfrm flipH="1" flipV="1">
            <a:off x="6139235" y="2914753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>
            <a:extLst>
              <a:ext uri="{FF2B5EF4-FFF2-40B4-BE49-F238E27FC236}">
                <a16:creationId xmlns:a16="http://schemas.microsoft.com/office/drawing/2014/main" id="{0B185456-2FF0-4738-A75E-44FFA6A7D912}"/>
              </a:ext>
            </a:extLst>
          </p:cNvPr>
          <p:cNvCxnSpPr>
            <a:cxnSpLocks/>
          </p:cNvCxnSpPr>
          <p:nvPr/>
        </p:nvCxnSpPr>
        <p:spPr>
          <a:xfrm flipV="1">
            <a:off x="6188243" y="2930355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Connecteur droit 128">
            <a:extLst>
              <a:ext uri="{FF2B5EF4-FFF2-40B4-BE49-F238E27FC236}">
                <a16:creationId xmlns:a16="http://schemas.microsoft.com/office/drawing/2014/main" id="{290C9972-2633-44DA-9A5A-3B4767DFB1E1}"/>
              </a:ext>
            </a:extLst>
          </p:cNvPr>
          <p:cNvCxnSpPr>
            <a:cxnSpLocks/>
          </p:cNvCxnSpPr>
          <p:nvPr/>
        </p:nvCxnSpPr>
        <p:spPr>
          <a:xfrm flipV="1">
            <a:off x="6141453" y="2864947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129">
            <a:extLst>
              <a:ext uri="{FF2B5EF4-FFF2-40B4-BE49-F238E27FC236}">
                <a16:creationId xmlns:a16="http://schemas.microsoft.com/office/drawing/2014/main" id="{6B25E90E-A149-425B-9A40-E4FF7A648D09}"/>
              </a:ext>
            </a:extLst>
          </p:cNvPr>
          <p:cNvCxnSpPr>
            <a:cxnSpLocks/>
          </p:cNvCxnSpPr>
          <p:nvPr/>
        </p:nvCxnSpPr>
        <p:spPr>
          <a:xfrm flipV="1">
            <a:off x="6136052" y="2858744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Parallélogramme 787">
            <a:extLst>
              <a:ext uri="{FF2B5EF4-FFF2-40B4-BE49-F238E27FC236}">
                <a16:creationId xmlns:a16="http://schemas.microsoft.com/office/drawing/2014/main" id="{050091B1-7260-4C02-9BC1-827FA4659E6C}"/>
              </a:ext>
            </a:extLst>
          </p:cNvPr>
          <p:cNvSpPr/>
          <p:nvPr/>
        </p:nvSpPr>
        <p:spPr>
          <a:xfrm rot="12360215">
            <a:off x="7528730" y="2656632"/>
            <a:ext cx="176304" cy="74376"/>
          </a:xfrm>
          <a:custGeom>
            <a:avLst/>
            <a:gdLst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635616 w 635616"/>
              <a:gd name="connsiteY2" fmla="*/ 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43224 h 243224"/>
              <a:gd name="connsiteX1" fmla="*/ 0 w 635616"/>
              <a:gd name="connsiteY1" fmla="*/ 1109 h 243224"/>
              <a:gd name="connsiteX2" fmla="*/ 522478 w 635616"/>
              <a:gd name="connsiteY2" fmla="*/ 0 h 243224"/>
              <a:gd name="connsiteX3" fmla="*/ 635616 w 635616"/>
              <a:gd name="connsiteY3" fmla="*/ 243224 h 243224"/>
              <a:gd name="connsiteX4" fmla="*/ 0 w 635616"/>
              <a:gd name="connsiteY4" fmla="*/ 243224 h 243224"/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470203 w 635616"/>
              <a:gd name="connsiteY2" fmla="*/ 1447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57243 h 257243"/>
              <a:gd name="connsiteX1" fmla="*/ 0 w 635616"/>
              <a:gd name="connsiteY1" fmla="*/ 15128 h 257243"/>
              <a:gd name="connsiteX2" fmla="*/ 520165 w 635616"/>
              <a:gd name="connsiteY2" fmla="*/ 0 h 257243"/>
              <a:gd name="connsiteX3" fmla="*/ 635616 w 635616"/>
              <a:gd name="connsiteY3" fmla="*/ 257243 h 257243"/>
              <a:gd name="connsiteX4" fmla="*/ 0 w 635616"/>
              <a:gd name="connsiteY4" fmla="*/ 257243 h 257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616" h="257243">
                <a:moveTo>
                  <a:pt x="0" y="257243"/>
                </a:moveTo>
                <a:lnTo>
                  <a:pt x="0" y="15128"/>
                </a:lnTo>
                <a:lnTo>
                  <a:pt x="520165" y="0"/>
                </a:lnTo>
                <a:lnTo>
                  <a:pt x="635616" y="257243"/>
                </a:lnTo>
                <a:lnTo>
                  <a:pt x="0" y="257243"/>
                </a:lnTo>
                <a:close/>
              </a:path>
            </a:pathLst>
          </a:custGeom>
          <a:blipFill>
            <a:blip r:embed="rId3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Parallélogramme 131">
            <a:extLst>
              <a:ext uri="{FF2B5EF4-FFF2-40B4-BE49-F238E27FC236}">
                <a16:creationId xmlns:a16="http://schemas.microsoft.com/office/drawing/2014/main" id="{5A612317-F35A-411A-A808-CFDF6E8B7533}"/>
              </a:ext>
            </a:extLst>
          </p:cNvPr>
          <p:cNvSpPr/>
          <p:nvPr/>
        </p:nvSpPr>
        <p:spPr>
          <a:xfrm rot="21186520">
            <a:off x="7551593" y="2720502"/>
            <a:ext cx="167552" cy="73953"/>
          </a:xfrm>
          <a:prstGeom prst="parallelogram">
            <a:avLst>
              <a:gd name="adj" fmla="val 18485"/>
            </a:avLst>
          </a:prstGeom>
          <a:blipFill>
            <a:blip r:embed="rId4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3EF5E7D1-A363-42D0-8597-F223933D7798}"/>
              </a:ext>
            </a:extLst>
          </p:cNvPr>
          <p:cNvCxnSpPr>
            <a:cxnSpLocks/>
          </p:cNvCxnSpPr>
          <p:nvPr/>
        </p:nvCxnSpPr>
        <p:spPr>
          <a:xfrm>
            <a:off x="6374928" y="2999091"/>
            <a:ext cx="0" cy="807378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avec flèche 133">
            <a:extLst>
              <a:ext uri="{FF2B5EF4-FFF2-40B4-BE49-F238E27FC236}">
                <a16:creationId xmlns:a16="http://schemas.microsoft.com/office/drawing/2014/main" id="{DBA9309C-78B2-4648-BAEF-68FFB4951C92}"/>
              </a:ext>
            </a:extLst>
          </p:cNvPr>
          <p:cNvCxnSpPr>
            <a:cxnSpLocks/>
          </p:cNvCxnSpPr>
          <p:nvPr/>
        </p:nvCxnSpPr>
        <p:spPr>
          <a:xfrm flipV="1">
            <a:off x="5015236" y="2118468"/>
            <a:ext cx="1607701" cy="165601"/>
          </a:xfrm>
          <a:prstGeom prst="straightConnector1">
            <a:avLst/>
          </a:prstGeom>
          <a:ln w="12700">
            <a:solidFill>
              <a:srgbClr val="0070C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FBB80849-F23B-497A-A8A8-DE488EC5782B}"/>
              </a:ext>
            </a:extLst>
          </p:cNvPr>
          <p:cNvSpPr txBox="1"/>
          <p:nvPr/>
        </p:nvSpPr>
        <p:spPr>
          <a:xfrm>
            <a:off x="6342709" y="3227918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870mm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3F940CDB-4C8F-4AF3-9759-F36EDDA72F83}"/>
              </a:ext>
            </a:extLst>
          </p:cNvPr>
          <p:cNvSpPr txBox="1"/>
          <p:nvPr/>
        </p:nvSpPr>
        <p:spPr>
          <a:xfrm>
            <a:off x="7918122" y="1706407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1300mm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963C7F60-017E-4D09-8A10-D241DFB07CDD}"/>
              </a:ext>
            </a:extLst>
          </p:cNvPr>
          <p:cNvSpPr txBox="1"/>
          <p:nvPr/>
        </p:nvSpPr>
        <p:spPr>
          <a:xfrm rot="1677261">
            <a:off x="5264664" y="3020126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1000mm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0D800BA3-A663-4B20-9F0B-1F1122A5E838}"/>
              </a:ext>
            </a:extLst>
          </p:cNvPr>
          <p:cNvSpPr txBox="1"/>
          <p:nvPr/>
        </p:nvSpPr>
        <p:spPr>
          <a:xfrm rot="21213515">
            <a:off x="5334987" y="1864657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/>
                </a:solidFill>
                <a:latin typeface="Arial Nova" panose="020B0504020202020204" pitchFamily="34" charset="0"/>
              </a:rPr>
              <a:t>1000mm</a:t>
            </a:r>
          </a:p>
        </p:txBody>
      </p: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7517E032-9F56-41EE-AAB2-2B7A08B21974}"/>
              </a:ext>
            </a:extLst>
          </p:cNvPr>
          <p:cNvCxnSpPr>
            <a:cxnSpLocks/>
          </p:cNvCxnSpPr>
          <p:nvPr/>
        </p:nvCxnSpPr>
        <p:spPr>
          <a:xfrm>
            <a:off x="1932473" y="2438513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>
            <a:extLst>
              <a:ext uri="{FF2B5EF4-FFF2-40B4-BE49-F238E27FC236}">
                <a16:creationId xmlns:a16="http://schemas.microsoft.com/office/drawing/2014/main" id="{97DB6860-D2B3-41D7-90CC-56A2D09A85CE}"/>
              </a:ext>
            </a:extLst>
          </p:cNvPr>
          <p:cNvCxnSpPr>
            <a:cxnSpLocks/>
          </p:cNvCxnSpPr>
          <p:nvPr/>
        </p:nvCxnSpPr>
        <p:spPr>
          <a:xfrm flipH="1">
            <a:off x="2973586" y="2825002"/>
            <a:ext cx="1535804" cy="15726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>
            <a:extLst>
              <a:ext uri="{FF2B5EF4-FFF2-40B4-BE49-F238E27FC236}">
                <a16:creationId xmlns:a16="http://schemas.microsoft.com/office/drawing/2014/main" id="{2E91306F-95F7-47F6-93DE-2965113043C3}"/>
              </a:ext>
            </a:extLst>
          </p:cNvPr>
          <p:cNvCxnSpPr>
            <a:cxnSpLocks/>
          </p:cNvCxnSpPr>
          <p:nvPr/>
        </p:nvCxnSpPr>
        <p:spPr>
          <a:xfrm>
            <a:off x="1932472" y="2438513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>
            <a:extLst>
              <a:ext uri="{FF2B5EF4-FFF2-40B4-BE49-F238E27FC236}">
                <a16:creationId xmlns:a16="http://schemas.microsoft.com/office/drawing/2014/main" id="{6CA29ECC-2BC9-4D9A-B3B0-B0E5526932F4}"/>
              </a:ext>
            </a:extLst>
          </p:cNvPr>
          <p:cNvCxnSpPr>
            <a:cxnSpLocks/>
          </p:cNvCxnSpPr>
          <p:nvPr/>
        </p:nvCxnSpPr>
        <p:spPr>
          <a:xfrm>
            <a:off x="1932473" y="2482279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eur droit 144">
            <a:extLst>
              <a:ext uri="{FF2B5EF4-FFF2-40B4-BE49-F238E27FC236}">
                <a16:creationId xmlns:a16="http://schemas.microsoft.com/office/drawing/2014/main" id="{9FA3C4F6-E0D5-4950-9EDB-B8136929F39B}"/>
              </a:ext>
            </a:extLst>
          </p:cNvPr>
          <p:cNvCxnSpPr>
            <a:cxnSpLocks/>
          </p:cNvCxnSpPr>
          <p:nvPr/>
        </p:nvCxnSpPr>
        <p:spPr>
          <a:xfrm>
            <a:off x="4509390" y="2827236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droit 145">
            <a:extLst>
              <a:ext uri="{FF2B5EF4-FFF2-40B4-BE49-F238E27FC236}">
                <a16:creationId xmlns:a16="http://schemas.microsoft.com/office/drawing/2014/main" id="{38AF0FBB-93C7-4072-9525-633763B85BC2}"/>
              </a:ext>
            </a:extLst>
          </p:cNvPr>
          <p:cNvCxnSpPr>
            <a:cxnSpLocks/>
          </p:cNvCxnSpPr>
          <p:nvPr/>
        </p:nvCxnSpPr>
        <p:spPr>
          <a:xfrm flipH="1">
            <a:off x="2973586" y="2871002"/>
            <a:ext cx="1535804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eur droit 146">
            <a:extLst>
              <a:ext uri="{FF2B5EF4-FFF2-40B4-BE49-F238E27FC236}">
                <a16:creationId xmlns:a16="http://schemas.microsoft.com/office/drawing/2014/main" id="{FF5DB543-4A3D-4857-B42B-3434918933CB}"/>
              </a:ext>
            </a:extLst>
          </p:cNvPr>
          <p:cNvCxnSpPr>
            <a:cxnSpLocks/>
          </p:cNvCxnSpPr>
          <p:nvPr/>
        </p:nvCxnSpPr>
        <p:spPr>
          <a:xfrm>
            <a:off x="2971832" y="2982264"/>
            <a:ext cx="1754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8" name="Image 147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DB03B2E1-AC22-4FDB-9FCE-E53B722F5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687" y="3388830"/>
            <a:ext cx="214699" cy="214699"/>
          </a:xfrm>
          <a:prstGeom prst="rect">
            <a:avLst/>
          </a:prstGeom>
        </p:spPr>
      </p:pic>
      <p:cxnSp>
        <p:nvCxnSpPr>
          <p:cNvPr id="149" name="Connecteur droit 148">
            <a:extLst>
              <a:ext uri="{FF2B5EF4-FFF2-40B4-BE49-F238E27FC236}">
                <a16:creationId xmlns:a16="http://schemas.microsoft.com/office/drawing/2014/main" id="{CDE9E5D0-9B36-4AFC-B3D7-2CE89EEDE73E}"/>
              </a:ext>
            </a:extLst>
          </p:cNvPr>
          <p:cNvCxnSpPr>
            <a:cxnSpLocks/>
          </p:cNvCxnSpPr>
          <p:nvPr/>
        </p:nvCxnSpPr>
        <p:spPr>
          <a:xfrm>
            <a:off x="2082687" y="2555360"/>
            <a:ext cx="0" cy="867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149">
            <a:extLst>
              <a:ext uri="{FF2B5EF4-FFF2-40B4-BE49-F238E27FC236}">
                <a16:creationId xmlns:a16="http://schemas.microsoft.com/office/drawing/2014/main" id="{0C5C662E-00E2-4684-B818-620F9CD64C02}"/>
              </a:ext>
            </a:extLst>
          </p:cNvPr>
          <p:cNvCxnSpPr>
            <a:cxnSpLocks/>
          </p:cNvCxnSpPr>
          <p:nvPr/>
        </p:nvCxnSpPr>
        <p:spPr>
          <a:xfrm>
            <a:off x="2116806" y="2578308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150">
            <a:extLst>
              <a:ext uri="{FF2B5EF4-FFF2-40B4-BE49-F238E27FC236}">
                <a16:creationId xmlns:a16="http://schemas.microsoft.com/office/drawing/2014/main" id="{2C0683E5-C9F5-4032-A219-C53C2DA4883C}"/>
              </a:ext>
            </a:extLst>
          </p:cNvPr>
          <p:cNvCxnSpPr>
            <a:cxnSpLocks/>
          </p:cNvCxnSpPr>
          <p:nvPr/>
        </p:nvCxnSpPr>
        <p:spPr>
          <a:xfrm>
            <a:off x="2136976" y="2595969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151">
            <a:extLst>
              <a:ext uri="{FF2B5EF4-FFF2-40B4-BE49-F238E27FC236}">
                <a16:creationId xmlns:a16="http://schemas.microsoft.com/office/drawing/2014/main" id="{A762A3E4-A853-4907-8349-B8AE2EE05099}"/>
              </a:ext>
            </a:extLst>
          </p:cNvPr>
          <p:cNvCxnSpPr>
            <a:cxnSpLocks/>
          </p:cNvCxnSpPr>
          <p:nvPr/>
        </p:nvCxnSpPr>
        <p:spPr>
          <a:xfrm flipV="1">
            <a:off x="2116806" y="3399708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152">
            <a:extLst>
              <a:ext uri="{FF2B5EF4-FFF2-40B4-BE49-F238E27FC236}">
                <a16:creationId xmlns:a16="http://schemas.microsoft.com/office/drawing/2014/main" id="{3E5F100D-7DE1-4348-AD3B-6D6CE76D693A}"/>
              </a:ext>
            </a:extLst>
          </p:cNvPr>
          <p:cNvCxnSpPr>
            <a:cxnSpLocks/>
          </p:cNvCxnSpPr>
          <p:nvPr/>
        </p:nvCxnSpPr>
        <p:spPr>
          <a:xfrm>
            <a:off x="2077037" y="3418817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Image 153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17F0AEE5-A8BA-45A3-B574-0659F1241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346" y="3812899"/>
            <a:ext cx="214699" cy="214699"/>
          </a:xfrm>
          <a:prstGeom prst="rect">
            <a:avLst/>
          </a:prstGeom>
        </p:spPr>
      </p:pic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080087F9-B6D2-481E-B81B-404276C15C20}"/>
              </a:ext>
            </a:extLst>
          </p:cNvPr>
          <p:cNvCxnSpPr>
            <a:cxnSpLocks/>
          </p:cNvCxnSpPr>
          <p:nvPr/>
        </p:nvCxnSpPr>
        <p:spPr>
          <a:xfrm>
            <a:off x="3030921" y="3026030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3BB58008-577C-4E30-A570-942655DE5381}"/>
              </a:ext>
            </a:extLst>
          </p:cNvPr>
          <p:cNvCxnSpPr>
            <a:cxnSpLocks/>
          </p:cNvCxnSpPr>
          <p:nvPr/>
        </p:nvCxnSpPr>
        <p:spPr>
          <a:xfrm>
            <a:off x="2999696" y="3026030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AAA08B62-F156-4C80-BA6C-286AF2915F2B}"/>
              </a:ext>
            </a:extLst>
          </p:cNvPr>
          <p:cNvCxnSpPr>
            <a:cxnSpLocks/>
          </p:cNvCxnSpPr>
          <p:nvPr/>
        </p:nvCxnSpPr>
        <p:spPr>
          <a:xfrm>
            <a:off x="3051376" y="3026030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2A600B8E-20C0-492B-A6AB-9D3E0F0ADC00}"/>
              </a:ext>
            </a:extLst>
          </p:cNvPr>
          <p:cNvCxnSpPr>
            <a:cxnSpLocks/>
          </p:cNvCxnSpPr>
          <p:nvPr/>
        </p:nvCxnSpPr>
        <p:spPr>
          <a:xfrm>
            <a:off x="2999696" y="3842757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158">
            <a:extLst>
              <a:ext uri="{FF2B5EF4-FFF2-40B4-BE49-F238E27FC236}">
                <a16:creationId xmlns:a16="http://schemas.microsoft.com/office/drawing/2014/main" id="{371CB993-61D3-4103-9AEF-001366C3F0B2}"/>
              </a:ext>
            </a:extLst>
          </p:cNvPr>
          <p:cNvCxnSpPr>
            <a:cxnSpLocks/>
          </p:cNvCxnSpPr>
          <p:nvPr/>
        </p:nvCxnSpPr>
        <p:spPr>
          <a:xfrm flipV="1">
            <a:off x="3028635" y="3827764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 droit 159">
            <a:extLst>
              <a:ext uri="{FF2B5EF4-FFF2-40B4-BE49-F238E27FC236}">
                <a16:creationId xmlns:a16="http://schemas.microsoft.com/office/drawing/2014/main" id="{4E46C9CA-844E-4752-82D1-0D330F5800CF}"/>
              </a:ext>
            </a:extLst>
          </p:cNvPr>
          <p:cNvCxnSpPr>
            <a:cxnSpLocks/>
          </p:cNvCxnSpPr>
          <p:nvPr/>
        </p:nvCxnSpPr>
        <p:spPr>
          <a:xfrm>
            <a:off x="3470562" y="2283485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160">
            <a:extLst>
              <a:ext uri="{FF2B5EF4-FFF2-40B4-BE49-F238E27FC236}">
                <a16:creationId xmlns:a16="http://schemas.microsoft.com/office/drawing/2014/main" id="{0BFD45C6-D90D-4C7A-9F29-A10B5C2F7E53}"/>
              </a:ext>
            </a:extLst>
          </p:cNvPr>
          <p:cNvCxnSpPr>
            <a:cxnSpLocks/>
          </p:cNvCxnSpPr>
          <p:nvPr/>
        </p:nvCxnSpPr>
        <p:spPr>
          <a:xfrm>
            <a:off x="3439337" y="2283485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161">
            <a:extLst>
              <a:ext uri="{FF2B5EF4-FFF2-40B4-BE49-F238E27FC236}">
                <a16:creationId xmlns:a16="http://schemas.microsoft.com/office/drawing/2014/main" id="{FEBC4476-F8F6-401B-9FBE-2EEA21041810}"/>
              </a:ext>
            </a:extLst>
          </p:cNvPr>
          <p:cNvCxnSpPr>
            <a:cxnSpLocks/>
          </p:cNvCxnSpPr>
          <p:nvPr/>
        </p:nvCxnSpPr>
        <p:spPr>
          <a:xfrm>
            <a:off x="3491017" y="2283485"/>
            <a:ext cx="0" cy="80373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DE07F8B3-A118-4936-AE07-9D83736301F3}"/>
              </a:ext>
            </a:extLst>
          </p:cNvPr>
          <p:cNvCxnSpPr>
            <a:cxnSpLocks/>
          </p:cNvCxnSpPr>
          <p:nvPr/>
        </p:nvCxnSpPr>
        <p:spPr>
          <a:xfrm>
            <a:off x="3468276" y="2283485"/>
            <a:ext cx="1041114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5C94A0E1-A3A7-43A7-9EDB-913A35957840}"/>
              </a:ext>
            </a:extLst>
          </p:cNvPr>
          <p:cNvCxnSpPr>
            <a:cxnSpLocks/>
          </p:cNvCxnSpPr>
          <p:nvPr/>
        </p:nvCxnSpPr>
        <p:spPr>
          <a:xfrm flipH="1">
            <a:off x="1932474" y="2283485"/>
            <a:ext cx="1535802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5" name="Image 164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4534DD5A-9C12-4207-A9C0-D8AC23E49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987" y="3053650"/>
            <a:ext cx="214699" cy="214699"/>
          </a:xfrm>
          <a:prstGeom prst="rect">
            <a:avLst/>
          </a:prstGeom>
        </p:spPr>
      </p:pic>
      <p:cxnSp>
        <p:nvCxnSpPr>
          <p:cNvPr id="166" name="Connecteur droit 165">
            <a:extLst>
              <a:ext uri="{FF2B5EF4-FFF2-40B4-BE49-F238E27FC236}">
                <a16:creationId xmlns:a16="http://schemas.microsoft.com/office/drawing/2014/main" id="{B7FF3AE0-7EB6-4CFE-8E25-AB1F31DC787C}"/>
              </a:ext>
            </a:extLst>
          </p:cNvPr>
          <p:cNvCxnSpPr>
            <a:cxnSpLocks/>
          </p:cNvCxnSpPr>
          <p:nvPr/>
        </p:nvCxnSpPr>
        <p:spPr>
          <a:xfrm>
            <a:off x="3440038" y="3095436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166">
            <a:extLst>
              <a:ext uri="{FF2B5EF4-FFF2-40B4-BE49-F238E27FC236}">
                <a16:creationId xmlns:a16="http://schemas.microsoft.com/office/drawing/2014/main" id="{C8E05EE1-C4A6-4163-BBC0-43BC4334DDA2}"/>
              </a:ext>
            </a:extLst>
          </p:cNvPr>
          <p:cNvCxnSpPr>
            <a:cxnSpLocks/>
          </p:cNvCxnSpPr>
          <p:nvPr/>
        </p:nvCxnSpPr>
        <p:spPr>
          <a:xfrm flipV="1">
            <a:off x="3468977" y="3080443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eur droit 167">
            <a:extLst>
              <a:ext uri="{FF2B5EF4-FFF2-40B4-BE49-F238E27FC236}">
                <a16:creationId xmlns:a16="http://schemas.microsoft.com/office/drawing/2014/main" id="{B91E3F62-0CA4-4A3E-AEB8-F5740911DD8C}"/>
              </a:ext>
            </a:extLst>
          </p:cNvPr>
          <p:cNvCxnSpPr>
            <a:cxnSpLocks/>
          </p:cNvCxnSpPr>
          <p:nvPr/>
        </p:nvCxnSpPr>
        <p:spPr>
          <a:xfrm>
            <a:off x="3440038" y="2974322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168">
            <a:extLst>
              <a:ext uri="{FF2B5EF4-FFF2-40B4-BE49-F238E27FC236}">
                <a16:creationId xmlns:a16="http://schemas.microsoft.com/office/drawing/2014/main" id="{2C34B196-927C-450C-9CE5-7E4FB0BC4B89}"/>
              </a:ext>
            </a:extLst>
          </p:cNvPr>
          <p:cNvCxnSpPr>
            <a:cxnSpLocks/>
          </p:cNvCxnSpPr>
          <p:nvPr/>
        </p:nvCxnSpPr>
        <p:spPr>
          <a:xfrm>
            <a:off x="3491718" y="2974322"/>
            <a:ext cx="0" cy="12111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eur droit 169">
            <a:extLst>
              <a:ext uri="{FF2B5EF4-FFF2-40B4-BE49-F238E27FC236}">
                <a16:creationId xmlns:a16="http://schemas.microsoft.com/office/drawing/2014/main" id="{B0A44021-819C-4BE2-8BE9-4259E52B8557}"/>
              </a:ext>
            </a:extLst>
          </p:cNvPr>
          <p:cNvCxnSpPr>
            <a:cxnSpLocks/>
          </p:cNvCxnSpPr>
          <p:nvPr/>
        </p:nvCxnSpPr>
        <p:spPr>
          <a:xfrm>
            <a:off x="3472697" y="2974322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Image 170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4D9A52D1-8335-452C-99B3-A8D6DB06B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803" y="3705549"/>
            <a:ext cx="214699" cy="214699"/>
          </a:xfrm>
          <a:prstGeom prst="rect">
            <a:avLst/>
          </a:prstGeom>
        </p:spPr>
      </p:pic>
      <p:cxnSp>
        <p:nvCxnSpPr>
          <p:cNvPr id="172" name="Connecteur droit 171">
            <a:extLst>
              <a:ext uri="{FF2B5EF4-FFF2-40B4-BE49-F238E27FC236}">
                <a16:creationId xmlns:a16="http://schemas.microsoft.com/office/drawing/2014/main" id="{3DAC04CC-8F0F-4AF8-AFC5-80B478DA0D15}"/>
              </a:ext>
            </a:extLst>
          </p:cNvPr>
          <p:cNvCxnSpPr>
            <a:cxnSpLocks/>
          </p:cNvCxnSpPr>
          <p:nvPr/>
        </p:nvCxnSpPr>
        <p:spPr>
          <a:xfrm>
            <a:off x="4477507" y="993052"/>
            <a:ext cx="0" cy="181710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172">
            <a:extLst>
              <a:ext uri="{FF2B5EF4-FFF2-40B4-BE49-F238E27FC236}">
                <a16:creationId xmlns:a16="http://schemas.microsoft.com/office/drawing/2014/main" id="{1EEB7625-E600-486D-9383-6260D1812CC1}"/>
              </a:ext>
            </a:extLst>
          </p:cNvPr>
          <p:cNvCxnSpPr>
            <a:cxnSpLocks/>
          </p:cNvCxnSpPr>
          <p:nvPr/>
        </p:nvCxnSpPr>
        <p:spPr>
          <a:xfrm>
            <a:off x="4451667" y="993052"/>
            <a:ext cx="0" cy="183195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>
            <a:extLst>
              <a:ext uri="{FF2B5EF4-FFF2-40B4-BE49-F238E27FC236}">
                <a16:creationId xmlns:a16="http://schemas.microsoft.com/office/drawing/2014/main" id="{A67A7839-2060-44A6-9501-118A07A7D197}"/>
              </a:ext>
            </a:extLst>
          </p:cNvPr>
          <p:cNvCxnSpPr>
            <a:cxnSpLocks/>
          </p:cNvCxnSpPr>
          <p:nvPr/>
        </p:nvCxnSpPr>
        <p:spPr>
          <a:xfrm>
            <a:off x="4496337" y="993052"/>
            <a:ext cx="1" cy="183656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eur droit 174">
            <a:extLst>
              <a:ext uri="{FF2B5EF4-FFF2-40B4-BE49-F238E27FC236}">
                <a16:creationId xmlns:a16="http://schemas.microsoft.com/office/drawing/2014/main" id="{8EE1B4B2-5537-43FE-A3FC-F4B6E837F913}"/>
              </a:ext>
            </a:extLst>
          </p:cNvPr>
          <p:cNvCxnSpPr>
            <a:cxnSpLocks/>
          </p:cNvCxnSpPr>
          <p:nvPr/>
        </p:nvCxnSpPr>
        <p:spPr>
          <a:xfrm flipH="1">
            <a:off x="4234248" y="889909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175">
            <a:extLst>
              <a:ext uri="{FF2B5EF4-FFF2-40B4-BE49-F238E27FC236}">
                <a16:creationId xmlns:a16="http://schemas.microsoft.com/office/drawing/2014/main" id="{D45D31CF-6827-49E9-B64C-8B4A64105507}"/>
              </a:ext>
            </a:extLst>
          </p:cNvPr>
          <p:cNvCxnSpPr>
            <a:cxnSpLocks/>
          </p:cNvCxnSpPr>
          <p:nvPr/>
        </p:nvCxnSpPr>
        <p:spPr>
          <a:xfrm flipH="1">
            <a:off x="4338175" y="954846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176">
            <a:extLst>
              <a:ext uri="{FF2B5EF4-FFF2-40B4-BE49-F238E27FC236}">
                <a16:creationId xmlns:a16="http://schemas.microsoft.com/office/drawing/2014/main" id="{DB50DEDE-7A83-4C10-9325-B698F264026B}"/>
              </a:ext>
            </a:extLst>
          </p:cNvPr>
          <p:cNvCxnSpPr>
            <a:cxnSpLocks/>
          </p:cNvCxnSpPr>
          <p:nvPr/>
        </p:nvCxnSpPr>
        <p:spPr>
          <a:xfrm>
            <a:off x="4234248" y="914599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eur droit 177">
            <a:extLst>
              <a:ext uri="{FF2B5EF4-FFF2-40B4-BE49-F238E27FC236}">
                <a16:creationId xmlns:a16="http://schemas.microsoft.com/office/drawing/2014/main" id="{64832825-1C17-4552-B072-AC560F5F8C1B}"/>
              </a:ext>
            </a:extLst>
          </p:cNvPr>
          <p:cNvCxnSpPr>
            <a:cxnSpLocks/>
          </p:cNvCxnSpPr>
          <p:nvPr/>
        </p:nvCxnSpPr>
        <p:spPr>
          <a:xfrm>
            <a:off x="4435496" y="889909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eur droit 178">
            <a:extLst>
              <a:ext uri="{FF2B5EF4-FFF2-40B4-BE49-F238E27FC236}">
                <a16:creationId xmlns:a16="http://schemas.microsoft.com/office/drawing/2014/main" id="{26FE9F28-DEDA-4812-9DDE-2B42DBFFFCD6}"/>
              </a:ext>
            </a:extLst>
          </p:cNvPr>
          <p:cNvCxnSpPr>
            <a:cxnSpLocks/>
          </p:cNvCxnSpPr>
          <p:nvPr/>
        </p:nvCxnSpPr>
        <p:spPr>
          <a:xfrm>
            <a:off x="4234248" y="909341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eur droit 179">
            <a:extLst>
              <a:ext uri="{FF2B5EF4-FFF2-40B4-BE49-F238E27FC236}">
                <a16:creationId xmlns:a16="http://schemas.microsoft.com/office/drawing/2014/main" id="{BDD1F306-0E96-4C59-AF61-49F1D2A9DD12}"/>
              </a:ext>
            </a:extLst>
          </p:cNvPr>
          <p:cNvCxnSpPr>
            <a:cxnSpLocks/>
          </p:cNvCxnSpPr>
          <p:nvPr/>
        </p:nvCxnSpPr>
        <p:spPr>
          <a:xfrm>
            <a:off x="4338560" y="971075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eur droit 180">
            <a:extLst>
              <a:ext uri="{FF2B5EF4-FFF2-40B4-BE49-F238E27FC236}">
                <a16:creationId xmlns:a16="http://schemas.microsoft.com/office/drawing/2014/main" id="{082C8757-9B0D-42A4-9B66-49EA7CF43D74}"/>
              </a:ext>
            </a:extLst>
          </p:cNvPr>
          <p:cNvCxnSpPr>
            <a:cxnSpLocks/>
          </p:cNvCxnSpPr>
          <p:nvPr/>
        </p:nvCxnSpPr>
        <p:spPr>
          <a:xfrm>
            <a:off x="4548365" y="954113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181">
            <a:extLst>
              <a:ext uri="{FF2B5EF4-FFF2-40B4-BE49-F238E27FC236}">
                <a16:creationId xmlns:a16="http://schemas.microsoft.com/office/drawing/2014/main" id="{54EFC43B-8AFF-4E8B-8DD0-2CC83DBD57B7}"/>
              </a:ext>
            </a:extLst>
          </p:cNvPr>
          <p:cNvCxnSpPr>
            <a:cxnSpLocks/>
          </p:cNvCxnSpPr>
          <p:nvPr/>
        </p:nvCxnSpPr>
        <p:spPr>
          <a:xfrm flipH="1">
            <a:off x="4338175" y="987328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eur droit 182">
            <a:extLst>
              <a:ext uri="{FF2B5EF4-FFF2-40B4-BE49-F238E27FC236}">
                <a16:creationId xmlns:a16="http://schemas.microsoft.com/office/drawing/2014/main" id="{51B88388-F5B4-4DA6-A29B-782473A50479}"/>
              </a:ext>
            </a:extLst>
          </p:cNvPr>
          <p:cNvCxnSpPr>
            <a:cxnSpLocks/>
          </p:cNvCxnSpPr>
          <p:nvPr/>
        </p:nvCxnSpPr>
        <p:spPr>
          <a:xfrm>
            <a:off x="4231912" y="948087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eur droit 183">
            <a:extLst>
              <a:ext uri="{FF2B5EF4-FFF2-40B4-BE49-F238E27FC236}">
                <a16:creationId xmlns:a16="http://schemas.microsoft.com/office/drawing/2014/main" id="{403BD036-464C-42A2-8376-ED690D8E1161}"/>
              </a:ext>
            </a:extLst>
          </p:cNvPr>
          <p:cNvCxnSpPr>
            <a:cxnSpLocks/>
          </p:cNvCxnSpPr>
          <p:nvPr/>
        </p:nvCxnSpPr>
        <p:spPr>
          <a:xfrm flipV="1">
            <a:off x="4338747" y="1055581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eur droit 184">
            <a:extLst>
              <a:ext uri="{FF2B5EF4-FFF2-40B4-BE49-F238E27FC236}">
                <a16:creationId xmlns:a16="http://schemas.microsoft.com/office/drawing/2014/main" id="{BF5AA872-1809-482B-A4E5-F2E041DD11AC}"/>
              </a:ext>
            </a:extLst>
          </p:cNvPr>
          <p:cNvCxnSpPr>
            <a:cxnSpLocks/>
          </p:cNvCxnSpPr>
          <p:nvPr/>
        </p:nvCxnSpPr>
        <p:spPr>
          <a:xfrm>
            <a:off x="4342573" y="2894248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eur droit 185">
            <a:extLst>
              <a:ext uri="{FF2B5EF4-FFF2-40B4-BE49-F238E27FC236}">
                <a16:creationId xmlns:a16="http://schemas.microsoft.com/office/drawing/2014/main" id="{E32317A3-4303-49F1-962C-A0201AA68DFB}"/>
              </a:ext>
            </a:extLst>
          </p:cNvPr>
          <p:cNvCxnSpPr>
            <a:cxnSpLocks/>
          </p:cNvCxnSpPr>
          <p:nvPr/>
        </p:nvCxnSpPr>
        <p:spPr>
          <a:xfrm>
            <a:off x="4306950" y="2894247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eur droit 186">
            <a:extLst>
              <a:ext uri="{FF2B5EF4-FFF2-40B4-BE49-F238E27FC236}">
                <a16:creationId xmlns:a16="http://schemas.microsoft.com/office/drawing/2014/main" id="{80D65FC7-1B96-4034-8CB5-A5426BAB9926}"/>
              </a:ext>
            </a:extLst>
          </p:cNvPr>
          <p:cNvCxnSpPr>
            <a:cxnSpLocks/>
          </p:cNvCxnSpPr>
          <p:nvPr/>
        </p:nvCxnSpPr>
        <p:spPr>
          <a:xfrm>
            <a:off x="4364285" y="2894247"/>
            <a:ext cx="0" cy="83309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eur droit 187">
            <a:extLst>
              <a:ext uri="{FF2B5EF4-FFF2-40B4-BE49-F238E27FC236}">
                <a16:creationId xmlns:a16="http://schemas.microsoft.com/office/drawing/2014/main" id="{D8171877-0745-48C1-BBFA-E1F7602D302C}"/>
              </a:ext>
            </a:extLst>
          </p:cNvPr>
          <p:cNvCxnSpPr>
            <a:cxnSpLocks/>
          </p:cNvCxnSpPr>
          <p:nvPr/>
        </p:nvCxnSpPr>
        <p:spPr>
          <a:xfrm flipV="1">
            <a:off x="4338175" y="3722089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eur droit 188">
            <a:extLst>
              <a:ext uri="{FF2B5EF4-FFF2-40B4-BE49-F238E27FC236}">
                <a16:creationId xmlns:a16="http://schemas.microsoft.com/office/drawing/2014/main" id="{B40FAFC3-2A22-471E-BFAE-3AA821F5E24B}"/>
              </a:ext>
            </a:extLst>
          </p:cNvPr>
          <p:cNvCxnSpPr>
            <a:cxnSpLocks/>
          </p:cNvCxnSpPr>
          <p:nvPr/>
        </p:nvCxnSpPr>
        <p:spPr>
          <a:xfrm>
            <a:off x="4302804" y="3739038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droit 189">
            <a:extLst>
              <a:ext uri="{FF2B5EF4-FFF2-40B4-BE49-F238E27FC236}">
                <a16:creationId xmlns:a16="http://schemas.microsoft.com/office/drawing/2014/main" id="{6D3A2908-FCAE-4376-AA95-F17CEB588E8F}"/>
              </a:ext>
            </a:extLst>
          </p:cNvPr>
          <p:cNvCxnSpPr>
            <a:cxnSpLocks/>
          </p:cNvCxnSpPr>
          <p:nvPr/>
        </p:nvCxnSpPr>
        <p:spPr>
          <a:xfrm>
            <a:off x="3494270" y="2260534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eur droit 190">
            <a:extLst>
              <a:ext uri="{FF2B5EF4-FFF2-40B4-BE49-F238E27FC236}">
                <a16:creationId xmlns:a16="http://schemas.microsoft.com/office/drawing/2014/main" id="{E8CE5B2E-40C7-4F0E-9801-7969FE364830}"/>
              </a:ext>
            </a:extLst>
          </p:cNvPr>
          <p:cNvCxnSpPr>
            <a:cxnSpLocks/>
          </p:cNvCxnSpPr>
          <p:nvPr/>
        </p:nvCxnSpPr>
        <p:spPr>
          <a:xfrm>
            <a:off x="3432384" y="2275377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191">
            <a:extLst>
              <a:ext uri="{FF2B5EF4-FFF2-40B4-BE49-F238E27FC236}">
                <a16:creationId xmlns:a16="http://schemas.microsoft.com/office/drawing/2014/main" id="{AF9E4408-1BEA-4D2A-903B-F04FC4B49F04}"/>
              </a:ext>
            </a:extLst>
          </p:cNvPr>
          <p:cNvCxnSpPr>
            <a:cxnSpLocks/>
          </p:cNvCxnSpPr>
          <p:nvPr/>
        </p:nvCxnSpPr>
        <p:spPr>
          <a:xfrm flipV="1">
            <a:off x="3432384" y="2265779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eur droit 192">
            <a:extLst>
              <a:ext uri="{FF2B5EF4-FFF2-40B4-BE49-F238E27FC236}">
                <a16:creationId xmlns:a16="http://schemas.microsoft.com/office/drawing/2014/main" id="{1EC0A7A6-7B4D-463B-B2EC-EE42CEE982CE}"/>
              </a:ext>
            </a:extLst>
          </p:cNvPr>
          <p:cNvCxnSpPr>
            <a:cxnSpLocks/>
          </p:cNvCxnSpPr>
          <p:nvPr/>
        </p:nvCxnSpPr>
        <p:spPr>
          <a:xfrm flipH="1" flipV="1">
            <a:off x="3390352" y="2250559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193">
            <a:extLst>
              <a:ext uri="{FF2B5EF4-FFF2-40B4-BE49-F238E27FC236}">
                <a16:creationId xmlns:a16="http://schemas.microsoft.com/office/drawing/2014/main" id="{36CB9289-0E03-43E1-ACCC-00B7AE936242}"/>
              </a:ext>
            </a:extLst>
          </p:cNvPr>
          <p:cNvCxnSpPr>
            <a:cxnSpLocks/>
          </p:cNvCxnSpPr>
          <p:nvPr/>
        </p:nvCxnSpPr>
        <p:spPr>
          <a:xfrm flipH="1" flipV="1">
            <a:off x="3461322" y="2240624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eur droit 194">
            <a:extLst>
              <a:ext uri="{FF2B5EF4-FFF2-40B4-BE49-F238E27FC236}">
                <a16:creationId xmlns:a16="http://schemas.microsoft.com/office/drawing/2014/main" id="{0FD0C366-C9EB-4083-9475-61F117341E5D}"/>
              </a:ext>
            </a:extLst>
          </p:cNvPr>
          <p:cNvCxnSpPr>
            <a:cxnSpLocks/>
          </p:cNvCxnSpPr>
          <p:nvPr/>
        </p:nvCxnSpPr>
        <p:spPr>
          <a:xfrm flipH="1" flipV="1">
            <a:off x="3384155" y="2295168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195">
            <a:extLst>
              <a:ext uri="{FF2B5EF4-FFF2-40B4-BE49-F238E27FC236}">
                <a16:creationId xmlns:a16="http://schemas.microsoft.com/office/drawing/2014/main" id="{8A29485E-E3C0-4C6F-A8BB-80EDDB3294D5}"/>
              </a:ext>
            </a:extLst>
          </p:cNvPr>
          <p:cNvCxnSpPr>
            <a:cxnSpLocks/>
          </p:cNvCxnSpPr>
          <p:nvPr/>
        </p:nvCxnSpPr>
        <p:spPr>
          <a:xfrm flipV="1">
            <a:off x="3433163" y="2310770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196">
            <a:extLst>
              <a:ext uri="{FF2B5EF4-FFF2-40B4-BE49-F238E27FC236}">
                <a16:creationId xmlns:a16="http://schemas.microsoft.com/office/drawing/2014/main" id="{1B5705A2-2C6B-482E-8062-534FD4611BE7}"/>
              </a:ext>
            </a:extLst>
          </p:cNvPr>
          <p:cNvCxnSpPr>
            <a:cxnSpLocks/>
          </p:cNvCxnSpPr>
          <p:nvPr/>
        </p:nvCxnSpPr>
        <p:spPr>
          <a:xfrm flipV="1">
            <a:off x="3386373" y="2245362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197">
            <a:extLst>
              <a:ext uri="{FF2B5EF4-FFF2-40B4-BE49-F238E27FC236}">
                <a16:creationId xmlns:a16="http://schemas.microsoft.com/office/drawing/2014/main" id="{110A4181-11D3-4C87-AADE-E8347C102A46}"/>
              </a:ext>
            </a:extLst>
          </p:cNvPr>
          <p:cNvCxnSpPr>
            <a:cxnSpLocks/>
          </p:cNvCxnSpPr>
          <p:nvPr/>
        </p:nvCxnSpPr>
        <p:spPr>
          <a:xfrm flipV="1">
            <a:off x="3380972" y="2239159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>
            <a:extLst>
              <a:ext uri="{FF2B5EF4-FFF2-40B4-BE49-F238E27FC236}">
                <a16:creationId xmlns:a16="http://schemas.microsoft.com/office/drawing/2014/main" id="{CB022D30-CCF1-41D6-A5B7-0927FC899A35}"/>
              </a:ext>
            </a:extLst>
          </p:cNvPr>
          <p:cNvCxnSpPr>
            <a:cxnSpLocks/>
          </p:cNvCxnSpPr>
          <p:nvPr/>
        </p:nvCxnSpPr>
        <p:spPr>
          <a:xfrm>
            <a:off x="3440863" y="2307296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199">
            <a:extLst>
              <a:ext uri="{FF2B5EF4-FFF2-40B4-BE49-F238E27FC236}">
                <a16:creationId xmlns:a16="http://schemas.microsoft.com/office/drawing/2014/main" id="{30EC7CD8-7777-4E21-803A-5C98163BDFA2}"/>
              </a:ext>
            </a:extLst>
          </p:cNvPr>
          <p:cNvCxnSpPr>
            <a:cxnSpLocks/>
          </p:cNvCxnSpPr>
          <p:nvPr/>
        </p:nvCxnSpPr>
        <p:spPr>
          <a:xfrm>
            <a:off x="3438643" y="2292814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eur droit 200">
            <a:extLst>
              <a:ext uri="{FF2B5EF4-FFF2-40B4-BE49-F238E27FC236}">
                <a16:creationId xmlns:a16="http://schemas.microsoft.com/office/drawing/2014/main" id="{71CF3000-C0FB-44D0-9D43-3CB1535178C1}"/>
              </a:ext>
            </a:extLst>
          </p:cNvPr>
          <p:cNvCxnSpPr>
            <a:cxnSpLocks/>
          </p:cNvCxnSpPr>
          <p:nvPr/>
        </p:nvCxnSpPr>
        <p:spPr>
          <a:xfrm>
            <a:off x="3393974" y="2282388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eur droit 201">
            <a:extLst>
              <a:ext uri="{FF2B5EF4-FFF2-40B4-BE49-F238E27FC236}">
                <a16:creationId xmlns:a16="http://schemas.microsoft.com/office/drawing/2014/main" id="{4100B083-002D-477A-829E-434A7749DA90}"/>
              </a:ext>
            </a:extLst>
          </p:cNvPr>
          <p:cNvCxnSpPr>
            <a:cxnSpLocks/>
          </p:cNvCxnSpPr>
          <p:nvPr/>
        </p:nvCxnSpPr>
        <p:spPr>
          <a:xfrm>
            <a:off x="3407180" y="2266944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202">
            <a:extLst>
              <a:ext uri="{FF2B5EF4-FFF2-40B4-BE49-F238E27FC236}">
                <a16:creationId xmlns:a16="http://schemas.microsoft.com/office/drawing/2014/main" id="{F6562D3E-6FB7-47EE-8745-F21A2C135AA7}"/>
              </a:ext>
            </a:extLst>
          </p:cNvPr>
          <p:cNvCxnSpPr>
            <a:cxnSpLocks/>
          </p:cNvCxnSpPr>
          <p:nvPr/>
        </p:nvCxnSpPr>
        <p:spPr>
          <a:xfrm>
            <a:off x="3431448" y="227267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eur droit 203">
            <a:extLst>
              <a:ext uri="{FF2B5EF4-FFF2-40B4-BE49-F238E27FC236}">
                <a16:creationId xmlns:a16="http://schemas.microsoft.com/office/drawing/2014/main" id="{C48340DA-89E7-4281-8E53-309570AE916B}"/>
              </a:ext>
            </a:extLst>
          </p:cNvPr>
          <p:cNvCxnSpPr>
            <a:cxnSpLocks/>
          </p:cNvCxnSpPr>
          <p:nvPr/>
        </p:nvCxnSpPr>
        <p:spPr>
          <a:xfrm>
            <a:off x="3420949" y="2263520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eur droit 204">
            <a:extLst>
              <a:ext uri="{FF2B5EF4-FFF2-40B4-BE49-F238E27FC236}">
                <a16:creationId xmlns:a16="http://schemas.microsoft.com/office/drawing/2014/main" id="{D957B664-97CC-4CEA-92D2-70F51EC7B9A0}"/>
              </a:ext>
            </a:extLst>
          </p:cNvPr>
          <p:cNvCxnSpPr>
            <a:cxnSpLocks/>
          </p:cNvCxnSpPr>
          <p:nvPr/>
        </p:nvCxnSpPr>
        <p:spPr>
          <a:xfrm>
            <a:off x="3391104" y="2277500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>
            <a:extLst>
              <a:ext uri="{FF2B5EF4-FFF2-40B4-BE49-F238E27FC236}">
                <a16:creationId xmlns:a16="http://schemas.microsoft.com/office/drawing/2014/main" id="{E45673ED-A1DD-4612-A2C9-EC9AF7B3B34D}"/>
              </a:ext>
            </a:extLst>
          </p:cNvPr>
          <p:cNvCxnSpPr>
            <a:cxnSpLocks/>
          </p:cNvCxnSpPr>
          <p:nvPr/>
        </p:nvCxnSpPr>
        <p:spPr>
          <a:xfrm>
            <a:off x="3420687" y="2294224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>
            <a:extLst>
              <a:ext uri="{FF2B5EF4-FFF2-40B4-BE49-F238E27FC236}">
                <a16:creationId xmlns:a16="http://schemas.microsoft.com/office/drawing/2014/main" id="{075BD8FD-2442-4F27-92FF-4CFF11D0B83C}"/>
              </a:ext>
            </a:extLst>
          </p:cNvPr>
          <p:cNvCxnSpPr>
            <a:cxnSpLocks/>
          </p:cNvCxnSpPr>
          <p:nvPr/>
        </p:nvCxnSpPr>
        <p:spPr>
          <a:xfrm>
            <a:off x="3493491" y="2257170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eur droit 207">
            <a:extLst>
              <a:ext uri="{FF2B5EF4-FFF2-40B4-BE49-F238E27FC236}">
                <a16:creationId xmlns:a16="http://schemas.microsoft.com/office/drawing/2014/main" id="{BC7A97A5-BCDC-45EC-9D94-002A48445E14}"/>
              </a:ext>
            </a:extLst>
          </p:cNvPr>
          <p:cNvCxnSpPr>
            <a:cxnSpLocks/>
          </p:cNvCxnSpPr>
          <p:nvPr/>
        </p:nvCxnSpPr>
        <p:spPr>
          <a:xfrm>
            <a:off x="3431605" y="2272013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208">
            <a:extLst>
              <a:ext uri="{FF2B5EF4-FFF2-40B4-BE49-F238E27FC236}">
                <a16:creationId xmlns:a16="http://schemas.microsoft.com/office/drawing/2014/main" id="{664291BC-30A6-407E-BA6C-0F59B82E31BE}"/>
              </a:ext>
            </a:extLst>
          </p:cNvPr>
          <p:cNvCxnSpPr>
            <a:cxnSpLocks/>
          </p:cNvCxnSpPr>
          <p:nvPr/>
        </p:nvCxnSpPr>
        <p:spPr>
          <a:xfrm flipV="1">
            <a:off x="3436554" y="2262515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209">
            <a:extLst>
              <a:ext uri="{FF2B5EF4-FFF2-40B4-BE49-F238E27FC236}">
                <a16:creationId xmlns:a16="http://schemas.microsoft.com/office/drawing/2014/main" id="{48A49B7C-4C15-4891-93D0-2602BBFF4145}"/>
              </a:ext>
            </a:extLst>
          </p:cNvPr>
          <p:cNvCxnSpPr>
            <a:cxnSpLocks/>
          </p:cNvCxnSpPr>
          <p:nvPr/>
        </p:nvCxnSpPr>
        <p:spPr>
          <a:xfrm flipH="1" flipV="1">
            <a:off x="3389573" y="2247195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>
            <a:extLst>
              <a:ext uri="{FF2B5EF4-FFF2-40B4-BE49-F238E27FC236}">
                <a16:creationId xmlns:a16="http://schemas.microsoft.com/office/drawing/2014/main" id="{D3C8301A-165F-42F2-829F-1449C1EF8953}"/>
              </a:ext>
            </a:extLst>
          </p:cNvPr>
          <p:cNvCxnSpPr>
            <a:cxnSpLocks/>
          </p:cNvCxnSpPr>
          <p:nvPr/>
        </p:nvCxnSpPr>
        <p:spPr>
          <a:xfrm flipH="1" flipV="1">
            <a:off x="3460543" y="2237260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211">
            <a:extLst>
              <a:ext uri="{FF2B5EF4-FFF2-40B4-BE49-F238E27FC236}">
                <a16:creationId xmlns:a16="http://schemas.microsoft.com/office/drawing/2014/main" id="{17A96F47-C06A-4D61-A2BE-CBB394D6EB39}"/>
              </a:ext>
            </a:extLst>
          </p:cNvPr>
          <p:cNvCxnSpPr>
            <a:cxnSpLocks/>
          </p:cNvCxnSpPr>
          <p:nvPr/>
        </p:nvCxnSpPr>
        <p:spPr>
          <a:xfrm flipH="1" flipV="1">
            <a:off x="3383376" y="2291804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>
            <a:extLst>
              <a:ext uri="{FF2B5EF4-FFF2-40B4-BE49-F238E27FC236}">
                <a16:creationId xmlns:a16="http://schemas.microsoft.com/office/drawing/2014/main" id="{ACCEDD86-4BCE-4FCB-B32C-160F8E12FBA4}"/>
              </a:ext>
            </a:extLst>
          </p:cNvPr>
          <p:cNvCxnSpPr>
            <a:cxnSpLocks/>
          </p:cNvCxnSpPr>
          <p:nvPr/>
        </p:nvCxnSpPr>
        <p:spPr>
          <a:xfrm flipV="1">
            <a:off x="3432384" y="2307406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Connecteur droit 213">
            <a:extLst>
              <a:ext uri="{FF2B5EF4-FFF2-40B4-BE49-F238E27FC236}">
                <a16:creationId xmlns:a16="http://schemas.microsoft.com/office/drawing/2014/main" id="{B0D9F0B8-2C60-4472-9B7F-CB57EEFC9C24}"/>
              </a:ext>
            </a:extLst>
          </p:cNvPr>
          <p:cNvCxnSpPr>
            <a:cxnSpLocks/>
          </p:cNvCxnSpPr>
          <p:nvPr/>
        </p:nvCxnSpPr>
        <p:spPr>
          <a:xfrm flipV="1">
            <a:off x="3385594" y="2241998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8E43A864-DA0A-44B1-AF12-3F93B2E18EA1}"/>
              </a:ext>
            </a:extLst>
          </p:cNvPr>
          <p:cNvCxnSpPr>
            <a:cxnSpLocks/>
          </p:cNvCxnSpPr>
          <p:nvPr/>
        </p:nvCxnSpPr>
        <p:spPr>
          <a:xfrm flipV="1">
            <a:off x="3380193" y="2235795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eur droit 215">
            <a:extLst>
              <a:ext uri="{FF2B5EF4-FFF2-40B4-BE49-F238E27FC236}">
                <a16:creationId xmlns:a16="http://schemas.microsoft.com/office/drawing/2014/main" id="{EAC92272-E01D-4ABB-A897-B810D6BBD64A}"/>
              </a:ext>
            </a:extLst>
          </p:cNvPr>
          <p:cNvCxnSpPr>
            <a:cxnSpLocks/>
          </p:cNvCxnSpPr>
          <p:nvPr/>
        </p:nvCxnSpPr>
        <p:spPr>
          <a:xfrm>
            <a:off x="4289802" y="980265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eur droit 216">
            <a:extLst>
              <a:ext uri="{FF2B5EF4-FFF2-40B4-BE49-F238E27FC236}">
                <a16:creationId xmlns:a16="http://schemas.microsoft.com/office/drawing/2014/main" id="{C8C69FD4-BE5B-4AB0-884E-D9AFF353AF3E}"/>
              </a:ext>
            </a:extLst>
          </p:cNvPr>
          <p:cNvCxnSpPr>
            <a:cxnSpLocks/>
          </p:cNvCxnSpPr>
          <p:nvPr/>
        </p:nvCxnSpPr>
        <p:spPr>
          <a:xfrm>
            <a:off x="4282396" y="1034607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>
            <a:extLst>
              <a:ext uri="{FF2B5EF4-FFF2-40B4-BE49-F238E27FC236}">
                <a16:creationId xmlns:a16="http://schemas.microsoft.com/office/drawing/2014/main" id="{53D63C6F-063E-4B23-83F2-4E5F451081DB}"/>
              </a:ext>
            </a:extLst>
          </p:cNvPr>
          <p:cNvCxnSpPr>
            <a:cxnSpLocks/>
          </p:cNvCxnSpPr>
          <p:nvPr/>
        </p:nvCxnSpPr>
        <p:spPr>
          <a:xfrm>
            <a:off x="4335839" y="1006830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eur droit 218">
            <a:extLst>
              <a:ext uri="{FF2B5EF4-FFF2-40B4-BE49-F238E27FC236}">
                <a16:creationId xmlns:a16="http://schemas.microsoft.com/office/drawing/2014/main" id="{CC7F396E-C545-4979-B052-2480C99A1D49}"/>
              </a:ext>
            </a:extLst>
          </p:cNvPr>
          <p:cNvCxnSpPr>
            <a:cxnSpLocks/>
          </p:cNvCxnSpPr>
          <p:nvPr/>
        </p:nvCxnSpPr>
        <p:spPr>
          <a:xfrm>
            <a:off x="4400125" y="1005939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>
            <a:extLst>
              <a:ext uri="{FF2B5EF4-FFF2-40B4-BE49-F238E27FC236}">
                <a16:creationId xmlns:a16="http://schemas.microsoft.com/office/drawing/2014/main" id="{4F0D7649-A99B-441A-A54D-CDFC1CACEF52}"/>
              </a:ext>
            </a:extLst>
          </p:cNvPr>
          <p:cNvCxnSpPr>
            <a:cxnSpLocks/>
          </p:cNvCxnSpPr>
          <p:nvPr/>
        </p:nvCxnSpPr>
        <p:spPr>
          <a:xfrm>
            <a:off x="4300603" y="1022178"/>
            <a:ext cx="43968" cy="267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220">
            <a:extLst>
              <a:ext uri="{FF2B5EF4-FFF2-40B4-BE49-F238E27FC236}">
                <a16:creationId xmlns:a16="http://schemas.microsoft.com/office/drawing/2014/main" id="{9CA5C34F-681D-4B50-B48F-C4C064109E24}"/>
              </a:ext>
            </a:extLst>
          </p:cNvPr>
          <p:cNvCxnSpPr>
            <a:cxnSpLocks/>
          </p:cNvCxnSpPr>
          <p:nvPr/>
        </p:nvCxnSpPr>
        <p:spPr>
          <a:xfrm>
            <a:off x="4296456" y="1018231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>
            <a:extLst>
              <a:ext uri="{FF2B5EF4-FFF2-40B4-BE49-F238E27FC236}">
                <a16:creationId xmlns:a16="http://schemas.microsoft.com/office/drawing/2014/main" id="{0FDE22EB-B7FD-4280-9CDF-37DE337CC615}"/>
              </a:ext>
            </a:extLst>
          </p:cNvPr>
          <p:cNvCxnSpPr>
            <a:cxnSpLocks/>
          </p:cNvCxnSpPr>
          <p:nvPr/>
        </p:nvCxnSpPr>
        <p:spPr>
          <a:xfrm>
            <a:off x="4330270" y="1043312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eur droit 222">
            <a:extLst>
              <a:ext uri="{FF2B5EF4-FFF2-40B4-BE49-F238E27FC236}">
                <a16:creationId xmlns:a16="http://schemas.microsoft.com/office/drawing/2014/main" id="{9260117E-3420-4956-A731-263ACCD50225}"/>
              </a:ext>
            </a:extLst>
          </p:cNvPr>
          <p:cNvCxnSpPr>
            <a:cxnSpLocks/>
          </p:cNvCxnSpPr>
          <p:nvPr/>
        </p:nvCxnSpPr>
        <p:spPr>
          <a:xfrm>
            <a:off x="4330542" y="1018231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>
            <a:extLst>
              <a:ext uri="{FF2B5EF4-FFF2-40B4-BE49-F238E27FC236}">
                <a16:creationId xmlns:a16="http://schemas.microsoft.com/office/drawing/2014/main" id="{0259E37D-564B-4244-B9BE-5D86D25C6B37}"/>
              </a:ext>
            </a:extLst>
          </p:cNvPr>
          <p:cNvCxnSpPr>
            <a:cxnSpLocks/>
          </p:cNvCxnSpPr>
          <p:nvPr/>
        </p:nvCxnSpPr>
        <p:spPr>
          <a:xfrm>
            <a:off x="4290650" y="1018231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eur droit 224">
            <a:extLst>
              <a:ext uri="{FF2B5EF4-FFF2-40B4-BE49-F238E27FC236}">
                <a16:creationId xmlns:a16="http://schemas.microsoft.com/office/drawing/2014/main" id="{9507C917-C97B-4C49-B482-F2D420B47D01}"/>
              </a:ext>
            </a:extLst>
          </p:cNvPr>
          <p:cNvCxnSpPr>
            <a:cxnSpLocks/>
          </p:cNvCxnSpPr>
          <p:nvPr/>
        </p:nvCxnSpPr>
        <p:spPr>
          <a:xfrm>
            <a:off x="4290216" y="999369"/>
            <a:ext cx="61824" cy="31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225">
            <a:extLst>
              <a:ext uri="{FF2B5EF4-FFF2-40B4-BE49-F238E27FC236}">
                <a16:creationId xmlns:a16="http://schemas.microsoft.com/office/drawing/2014/main" id="{97BA69D2-980E-4307-886F-9C915B53FEB7}"/>
              </a:ext>
            </a:extLst>
          </p:cNvPr>
          <p:cNvCxnSpPr>
            <a:cxnSpLocks/>
          </p:cNvCxnSpPr>
          <p:nvPr/>
        </p:nvCxnSpPr>
        <p:spPr>
          <a:xfrm flipH="1">
            <a:off x="4234750" y="892108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eur droit 226">
            <a:extLst>
              <a:ext uri="{FF2B5EF4-FFF2-40B4-BE49-F238E27FC236}">
                <a16:creationId xmlns:a16="http://schemas.microsoft.com/office/drawing/2014/main" id="{1104A117-38DF-4066-9017-9582E7920E4E}"/>
              </a:ext>
            </a:extLst>
          </p:cNvPr>
          <p:cNvCxnSpPr>
            <a:cxnSpLocks/>
          </p:cNvCxnSpPr>
          <p:nvPr/>
        </p:nvCxnSpPr>
        <p:spPr>
          <a:xfrm flipH="1">
            <a:off x="4338677" y="957045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eur droit 227">
            <a:extLst>
              <a:ext uri="{FF2B5EF4-FFF2-40B4-BE49-F238E27FC236}">
                <a16:creationId xmlns:a16="http://schemas.microsoft.com/office/drawing/2014/main" id="{629FBA42-A95C-4514-92E8-1DA2BB1831EC}"/>
              </a:ext>
            </a:extLst>
          </p:cNvPr>
          <p:cNvCxnSpPr>
            <a:cxnSpLocks/>
          </p:cNvCxnSpPr>
          <p:nvPr/>
        </p:nvCxnSpPr>
        <p:spPr>
          <a:xfrm>
            <a:off x="4234750" y="916798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eur droit 228">
            <a:extLst>
              <a:ext uri="{FF2B5EF4-FFF2-40B4-BE49-F238E27FC236}">
                <a16:creationId xmlns:a16="http://schemas.microsoft.com/office/drawing/2014/main" id="{4800DDE9-2E1C-42BA-AFB8-A9897C093B76}"/>
              </a:ext>
            </a:extLst>
          </p:cNvPr>
          <p:cNvCxnSpPr>
            <a:cxnSpLocks/>
          </p:cNvCxnSpPr>
          <p:nvPr/>
        </p:nvCxnSpPr>
        <p:spPr>
          <a:xfrm>
            <a:off x="4435998" y="892108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eur droit 229">
            <a:extLst>
              <a:ext uri="{FF2B5EF4-FFF2-40B4-BE49-F238E27FC236}">
                <a16:creationId xmlns:a16="http://schemas.microsoft.com/office/drawing/2014/main" id="{76387138-92CC-4B21-803F-8E1ECDE7B816}"/>
              </a:ext>
            </a:extLst>
          </p:cNvPr>
          <p:cNvCxnSpPr>
            <a:cxnSpLocks/>
          </p:cNvCxnSpPr>
          <p:nvPr/>
        </p:nvCxnSpPr>
        <p:spPr>
          <a:xfrm>
            <a:off x="4234750" y="911540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eur droit 230">
            <a:extLst>
              <a:ext uri="{FF2B5EF4-FFF2-40B4-BE49-F238E27FC236}">
                <a16:creationId xmlns:a16="http://schemas.microsoft.com/office/drawing/2014/main" id="{C1A6A85C-E088-4422-BD3D-B0B9ED993460}"/>
              </a:ext>
            </a:extLst>
          </p:cNvPr>
          <p:cNvCxnSpPr>
            <a:cxnSpLocks/>
          </p:cNvCxnSpPr>
          <p:nvPr/>
        </p:nvCxnSpPr>
        <p:spPr>
          <a:xfrm>
            <a:off x="4339062" y="973274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eur droit 231">
            <a:extLst>
              <a:ext uri="{FF2B5EF4-FFF2-40B4-BE49-F238E27FC236}">
                <a16:creationId xmlns:a16="http://schemas.microsoft.com/office/drawing/2014/main" id="{0F025F4A-287E-4A3D-8D5E-E36980A96E85}"/>
              </a:ext>
            </a:extLst>
          </p:cNvPr>
          <p:cNvCxnSpPr>
            <a:cxnSpLocks/>
          </p:cNvCxnSpPr>
          <p:nvPr/>
        </p:nvCxnSpPr>
        <p:spPr>
          <a:xfrm>
            <a:off x="4548867" y="956312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eur droit 232">
            <a:extLst>
              <a:ext uri="{FF2B5EF4-FFF2-40B4-BE49-F238E27FC236}">
                <a16:creationId xmlns:a16="http://schemas.microsoft.com/office/drawing/2014/main" id="{8ED861AB-615C-4503-92DC-6EB0DD77805D}"/>
              </a:ext>
            </a:extLst>
          </p:cNvPr>
          <p:cNvCxnSpPr>
            <a:cxnSpLocks/>
          </p:cNvCxnSpPr>
          <p:nvPr/>
        </p:nvCxnSpPr>
        <p:spPr>
          <a:xfrm flipH="1">
            <a:off x="4338677" y="989527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eur droit 233">
            <a:extLst>
              <a:ext uri="{FF2B5EF4-FFF2-40B4-BE49-F238E27FC236}">
                <a16:creationId xmlns:a16="http://schemas.microsoft.com/office/drawing/2014/main" id="{1C58B9C7-0C6F-46DE-9165-2AFBF92DEE55}"/>
              </a:ext>
            </a:extLst>
          </p:cNvPr>
          <p:cNvCxnSpPr>
            <a:cxnSpLocks/>
          </p:cNvCxnSpPr>
          <p:nvPr/>
        </p:nvCxnSpPr>
        <p:spPr>
          <a:xfrm>
            <a:off x="4232414" y="950286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234">
            <a:extLst>
              <a:ext uri="{FF2B5EF4-FFF2-40B4-BE49-F238E27FC236}">
                <a16:creationId xmlns:a16="http://schemas.microsoft.com/office/drawing/2014/main" id="{89CF8972-419C-4E26-80A2-51F9928CB912}"/>
              </a:ext>
            </a:extLst>
          </p:cNvPr>
          <p:cNvCxnSpPr>
            <a:cxnSpLocks/>
          </p:cNvCxnSpPr>
          <p:nvPr/>
        </p:nvCxnSpPr>
        <p:spPr>
          <a:xfrm flipV="1">
            <a:off x="4339249" y="1057780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eur droit 235">
            <a:extLst>
              <a:ext uri="{FF2B5EF4-FFF2-40B4-BE49-F238E27FC236}">
                <a16:creationId xmlns:a16="http://schemas.microsoft.com/office/drawing/2014/main" id="{09B96D7B-E7B7-4C05-8407-8EE411DB13A1}"/>
              </a:ext>
            </a:extLst>
          </p:cNvPr>
          <p:cNvCxnSpPr>
            <a:cxnSpLocks/>
          </p:cNvCxnSpPr>
          <p:nvPr/>
        </p:nvCxnSpPr>
        <p:spPr>
          <a:xfrm>
            <a:off x="4290304" y="982464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eur droit 236">
            <a:extLst>
              <a:ext uri="{FF2B5EF4-FFF2-40B4-BE49-F238E27FC236}">
                <a16:creationId xmlns:a16="http://schemas.microsoft.com/office/drawing/2014/main" id="{33513746-759D-46DA-A983-D2F2530CDEA2}"/>
              </a:ext>
            </a:extLst>
          </p:cNvPr>
          <p:cNvCxnSpPr>
            <a:cxnSpLocks/>
          </p:cNvCxnSpPr>
          <p:nvPr/>
        </p:nvCxnSpPr>
        <p:spPr>
          <a:xfrm>
            <a:off x="4282898" y="1036806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>
            <a:extLst>
              <a:ext uri="{FF2B5EF4-FFF2-40B4-BE49-F238E27FC236}">
                <a16:creationId xmlns:a16="http://schemas.microsoft.com/office/drawing/2014/main" id="{77197ABA-A06E-4CEC-9812-BBF0C7D254F7}"/>
              </a:ext>
            </a:extLst>
          </p:cNvPr>
          <p:cNvCxnSpPr>
            <a:cxnSpLocks/>
          </p:cNvCxnSpPr>
          <p:nvPr/>
        </p:nvCxnSpPr>
        <p:spPr>
          <a:xfrm>
            <a:off x="4336341" y="1009029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eur droit 238">
            <a:extLst>
              <a:ext uri="{FF2B5EF4-FFF2-40B4-BE49-F238E27FC236}">
                <a16:creationId xmlns:a16="http://schemas.microsoft.com/office/drawing/2014/main" id="{7F0DEAA7-824B-4AAD-B44F-F28665604BD4}"/>
              </a:ext>
            </a:extLst>
          </p:cNvPr>
          <p:cNvCxnSpPr>
            <a:cxnSpLocks/>
          </p:cNvCxnSpPr>
          <p:nvPr/>
        </p:nvCxnSpPr>
        <p:spPr>
          <a:xfrm>
            <a:off x="4400627" y="1008138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239">
            <a:extLst>
              <a:ext uri="{FF2B5EF4-FFF2-40B4-BE49-F238E27FC236}">
                <a16:creationId xmlns:a16="http://schemas.microsoft.com/office/drawing/2014/main" id="{0646D23B-7B8D-4FF8-85EB-A9C16F51F6E5}"/>
              </a:ext>
            </a:extLst>
          </p:cNvPr>
          <p:cNvCxnSpPr>
            <a:cxnSpLocks/>
          </p:cNvCxnSpPr>
          <p:nvPr/>
        </p:nvCxnSpPr>
        <p:spPr>
          <a:xfrm>
            <a:off x="3035729" y="2914366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eur droit 240">
            <a:extLst>
              <a:ext uri="{FF2B5EF4-FFF2-40B4-BE49-F238E27FC236}">
                <a16:creationId xmlns:a16="http://schemas.microsoft.com/office/drawing/2014/main" id="{5D4694A4-D7BC-411B-8060-096199E24B9E}"/>
              </a:ext>
            </a:extLst>
          </p:cNvPr>
          <p:cNvCxnSpPr>
            <a:cxnSpLocks/>
          </p:cNvCxnSpPr>
          <p:nvPr/>
        </p:nvCxnSpPr>
        <p:spPr>
          <a:xfrm>
            <a:off x="2973843" y="2929209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eur droit 241">
            <a:extLst>
              <a:ext uri="{FF2B5EF4-FFF2-40B4-BE49-F238E27FC236}">
                <a16:creationId xmlns:a16="http://schemas.microsoft.com/office/drawing/2014/main" id="{A04F6BC7-064C-4518-B798-64CE5758A6A5}"/>
              </a:ext>
            </a:extLst>
          </p:cNvPr>
          <p:cNvCxnSpPr>
            <a:cxnSpLocks/>
          </p:cNvCxnSpPr>
          <p:nvPr/>
        </p:nvCxnSpPr>
        <p:spPr>
          <a:xfrm flipV="1">
            <a:off x="2973843" y="2919611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242">
            <a:extLst>
              <a:ext uri="{FF2B5EF4-FFF2-40B4-BE49-F238E27FC236}">
                <a16:creationId xmlns:a16="http://schemas.microsoft.com/office/drawing/2014/main" id="{82378426-9494-40FE-8E0C-D893C65B0BCD}"/>
              </a:ext>
            </a:extLst>
          </p:cNvPr>
          <p:cNvCxnSpPr>
            <a:cxnSpLocks/>
          </p:cNvCxnSpPr>
          <p:nvPr/>
        </p:nvCxnSpPr>
        <p:spPr>
          <a:xfrm flipH="1" flipV="1">
            <a:off x="2931811" y="2904391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>
            <a:extLst>
              <a:ext uri="{FF2B5EF4-FFF2-40B4-BE49-F238E27FC236}">
                <a16:creationId xmlns:a16="http://schemas.microsoft.com/office/drawing/2014/main" id="{252A5D88-F803-4908-8091-952744362A58}"/>
              </a:ext>
            </a:extLst>
          </p:cNvPr>
          <p:cNvCxnSpPr>
            <a:cxnSpLocks/>
          </p:cNvCxnSpPr>
          <p:nvPr/>
        </p:nvCxnSpPr>
        <p:spPr>
          <a:xfrm flipH="1" flipV="1">
            <a:off x="3002781" y="2894456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eur droit 244">
            <a:extLst>
              <a:ext uri="{FF2B5EF4-FFF2-40B4-BE49-F238E27FC236}">
                <a16:creationId xmlns:a16="http://schemas.microsoft.com/office/drawing/2014/main" id="{BFB5E164-AB94-4883-8A1F-D34CB240BDB5}"/>
              </a:ext>
            </a:extLst>
          </p:cNvPr>
          <p:cNvCxnSpPr>
            <a:cxnSpLocks/>
          </p:cNvCxnSpPr>
          <p:nvPr/>
        </p:nvCxnSpPr>
        <p:spPr>
          <a:xfrm flipH="1" flipV="1">
            <a:off x="2925614" y="2949000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eur droit 245">
            <a:extLst>
              <a:ext uri="{FF2B5EF4-FFF2-40B4-BE49-F238E27FC236}">
                <a16:creationId xmlns:a16="http://schemas.microsoft.com/office/drawing/2014/main" id="{24371E78-3BE9-4847-A788-DD9D0DC90584}"/>
              </a:ext>
            </a:extLst>
          </p:cNvPr>
          <p:cNvCxnSpPr>
            <a:cxnSpLocks/>
          </p:cNvCxnSpPr>
          <p:nvPr/>
        </p:nvCxnSpPr>
        <p:spPr>
          <a:xfrm flipV="1">
            <a:off x="2974622" y="2964602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eur droit 246">
            <a:extLst>
              <a:ext uri="{FF2B5EF4-FFF2-40B4-BE49-F238E27FC236}">
                <a16:creationId xmlns:a16="http://schemas.microsoft.com/office/drawing/2014/main" id="{D35EB058-2DAE-4470-8EF8-22CB5E70787A}"/>
              </a:ext>
            </a:extLst>
          </p:cNvPr>
          <p:cNvCxnSpPr>
            <a:cxnSpLocks/>
          </p:cNvCxnSpPr>
          <p:nvPr/>
        </p:nvCxnSpPr>
        <p:spPr>
          <a:xfrm flipV="1">
            <a:off x="2927832" y="2899194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247">
            <a:extLst>
              <a:ext uri="{FF2B5EF4-FFF2-40B4-BE49-F238E27FC236}">
                <a16:creationId xmlns:a16="http://schemas.microsoft.com/office/drawing/2014/main" id="{84B10CC1-891F-486E-81D4-AA55F5326659}"/>
              </a:ext>
            </a:extLst>
          </p:cNvPr>
          <p:cNvCxnSpPr>
            <a:cxnSpLocks/>
          </p:cNvCxnSpPr>
          <p:nvPr/>
        </p:nvCxnSpPr>
        <p:spPr>
          <a:xfrm flipV="1">
            <a:off x="2922431" y="2892991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eur droit 248">
            <a:extLst>
              <a:ext uri="{FF2B5EF4-FFF2-40B4-BE49-F238E27FC236}">
                <a16:creationId xmlns:a16="http://schemas.microsoft.com/office/drawing/2014/main" id="{AA3B8405-B765-4712-B99C-D4A177E5898B}"/>
              </a:ext>
            </a:extLst>
          </p:cNvPr>
          <p:cNvCxnSpPr>
            <a:cxnSpLocks/>
          </p:cNvCxnSpPr>
          <p:nvPr/>
        </p:nvCxnSpPr>
        <p:spPr>
          <a:xfrm>
            <a:off x="2982322" y="2961128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eur droit 249">
            <a:extLst>
              <a:ext uri="{FF2B5EF4-FFF2-40B4-BE49-F238E27FC236}">
                <a16:creationId xmlns:a16="http://schemas.microsoft.com/office/drawing/2014/main" id="{2588E99D-9266-42E6-A794-AC07BED3940E}"/>
              </a:ext>
            </a:extLst>
          </p:cNvPr>
          <p:cNvCxnSpPr>
            <a:cxnSpLocks/>
          </p:cNvCxnSpPr>
          <p:nvPr/>
        </p:nvCxnSpPr>
        <p:spPr>
          <a:xfrm>
            <a:off x="2980102" y="294664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eur droit 250">
            <a:extLst>
              <a:ext uri="{FF2B5EF4-FFF2-40B4-BE49-F238E27FC236}">
                <a16:creationId xmlns:a16="http://schemas.microsoft.com/office/drawing/2014/main" id="{CC39F36C-43B4-4D8E-84D1-CD25B7FDE8F2}"/>
              </a:ext>
            </a:extLst>
          </p:cNvPr>
          <p:cNvCxnSpPr>
            <a:cxnSpLocks/>
          </p:cNvCxnSpPr>
          <p:nvPr/>
        </p:nvCxnSpPr>
        <p:spPr>
          <a:xfrm>
            <a:off x="2935433" y="2936220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eur droit 251">
            <a:extLst>
              <a:ext uri="{FF2B5EF4-FFF2-40B4-BE49-F238E27FC236}">
                <a16:creationId xmlns:a16="http://schemas.microsoft.com/office/drawing/2014/main" id="{B87774B3-746A-4418-A98E-7812F101E610}"/>
              </a:ext>
            </a:extLst>
          </p:cNvPr>
          <p:cNvCxnSpPr>
            <a:cxnSpLocks/>
          </p:cNvCxnSpPr>
          <p:nvPr/>
        </p:nvCxnSpPr>
        <p:spPr>
          <a:xfrm>
            <a:off x="2948639" y="292077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252">
            <a:extLst>
              <a:ext uri="{FF2B5EF4-FFF2-40B4-BE49-F238E27FC236}">
                <a16:creationId xmlns:a16="http://schemas.microsoft.com/office/drawing/2014/main" id="{9F905A52-44E8-4802-9E99-8860CB09ACF7}"/>
              </a:ext>
            </a:extLst>
          </p:cNvPr>
          <p:cNvCxnSpPr>
            <a:cxnSpLocks/>
          </p:cNvCxnSpPr>
          <p:nvPr/>
        </p:nvCxnSpPr>
        <p:spPr>
          <a:xfrm>
            <a:off x="2972907" y="2926504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eur droit 253">
            <a:extLst>
              <a:ext uri="{FF2B5EF4-FFF2-40B4-BE49-F238E27FC236}">
                <a16:creationId xmlns:a16="http://schemas.microsoft.com/office/drawing/2014/main" id="{7182BA4B-4A6C-4962-A56B-9072E6A4E806}"/>
              </a:ext>
            </a:extLst>
          </p:cNvPr>
          <p:cNvCxnSpPr>
            <a:cxnSpLocks/>
          </p:cNvCxnSpPr>
          <p:nvPr/>
        </p:nvCxnSpPr>
        <p:spPr>
          <a:xfrm>
            <a:off x="2962408" y="291735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254">
            <a:extLst>
              <a:ext uri="{FF2B5EF4-FFF2-40B4-BE49-F238E27FC236}">
                <a16:creationId xmlns:a16="http://schemas.microsoft.com/office/drawing/2014/main" id="{509DBF36-3148-415D-A68C-76D35B50EB75}"/>
              </a:ext>
            </a:extLst>
          </p:cNvPr>
          <p:cNvCxnSpPr>
            <a:cxnSpLocks/>
          </p:cNvCxnSpPr>
          <p:nvPr/>
        </p:nvCxnSpPr>
        <p:spPr>
          <a:xfrm>
            <a:off x="2932563" y="2931332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eur droit 255">
            <a:extLst>
              <a:ext uri="{FF2B5EF4-FFF2-40B4-BE49-F238E27FC236}">
                <a16:creationId xmlns:a16="http://schemas.microsoft.com/office/drawing/2014/main" id="{56CDAD9E-485B-49F7-8675-07EF2219384A}"/>
              </a:ext>
            </a:extLst>
          </p:cNvPr>
          <p:cNvCxnSpPr>
            <a:cxnSpLocks/>
          </p:cNvCxnSpPr>
          <p:nvPr/>
        </p:nvCxnSpPr>
        <p:spPr>
          <a:xfrm>
            <a:off x="2962146" y="2948056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eur droit 256">
            <a:extLst>
              <a:ext uri="{FF2B5EF4-FFF2-40B4-BE49-F238E27FC236}">
                <a16:creationId xmlns:a16="http://schemas.microsoft.com/office/drawing/2014/main" id="{13BA5013-DED8-47F5-BF30-5DBBB1650B8C}"/>
              </a:ext>
            </a:extLst>
          </p:cNvPr>
          <p:cNvCxnSpPr>
            <a:cxnSpLocks/>
          </p:cNvCxnSpPr>
          <p:nvPr/>
        </p:nvCxnSpPr>
        <p:spPr>
          <a:xfrm>
            <a:off x="3034950" y="2911002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eur droit 257">
            <a:extLst>
              <a:ext uri="{FF2B5EF4-FFF2-40B4-BE49-F238E27FC236}">
                <a16:creationId xmlns:a16="http://schemas.microsoft.com/office/drawing/2014/main" id="{9A6F6F81-A7B6-4E6B-A8CA-ED8539D0892C}"/>
              </a:ext>
            </a:extLst>
          </p:cNvPr>
          <p:cNvCxnSpPr>
            <a:cxnSpLocks/>
          </p:cNvCxnSpPr>
          <p:nvPr/>
        </p:nvCxnSpPr>
        <p:spPr>
          <a:xfrm>
            <a:off x="2973064" y="2925845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eur droit 258">
            <a:extLst>
              <a:ext uri="{FF2B5EF4-FFF2-40B4-BE49-F238E27FC236}">
                <a16:creationId xmlns:a16="http://schemas.microsoft.com/office/drawing/2014/main" id="{D1BF4A22-4E4D-4E0A-9A3E-6AC30525D3C9}"/>
              </a:ext>
            </a:extLst>
          </p:cNvPr>
          <p:cNvCxnSpPr>
            <a:cxnSpLocks/>
          </p:cNvCxnSpPr>
          <p:nvPr/>
        </p:nvCxnSpPr>
        <p:spPr>
          <a:xfrm flipV="1">
            <a:off x="2978013" y="2916347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eur droit 259">
            <a:extLst>
              <a:ext uri="{FF2B5EF4-FFF2-40B4-BE49-F238E27FC236}">
                <a16:creationId xmlns:a16="http://schemas.microsoft.com/office/drawing/2014/main" id="{7E251DC8-E1C2-4802-822E-1E08914B2452}"/>
              </a:ext>
            </a:extLst>
          </p:cNvPr>
          <p:cNvCxnSpPr>
            <a:cxnSpLocks/>
          </p:cNvCxnSpPr>
          <p:nvPr/>
        </p:nvCxnSpPr>
        <p:spPr>
          <a:xfrm flipH="1" flipV="1">
            <a:off x="2931032" y="2901027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eur droit 260">
            <a:extLst>
              <a:ext uri="{FF2B5EF4-FFF2-40B4-BE49-F238E27FC236}">
                <a16:creationId xmlns:a16="http://schemas.microsoft.com/office/drawing/2014/main" id="{78BF9F79-ADED-436A-8ACE-099D4EDF6FDF}"/>
              </a:ext>
            </a:extLst>
          </p:cNvPr>
          <p:cNvCxnSpPr>
            <a:cxnSpLocks/>
          </p:cNvCxnSpPr>
          <p:nvPr/>
        </p:nvCxnSpPr>
        <p:spPr>
          <a:xfrm flipH="1" flipV="1">
            <a:off x="3002002" y="2891092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eur droit 261">
            <a:extLst>
              <a:ext uri="{FF2B5EF4-FFF2-40B4-BE49-F238E27FC236}">
                <a16:creationId xmlns:a16="http://schemas.microsoft.com/office/drawing/2014/main" id="{C5893FBB-4489-47B0-95EC-8A757C8AD1D9}"/>
              </a:ext>
            </a:extLst>
          </p:cNvPr>
          <p:cNvCxnSpPr>
            <a:cxnSpLocks/>
          </p:cNvCxnSpPr>
          <p:nvPr/>
        </p:nvCxnSpPr>
        <p:spPr>
          <a:xfrm flipH="1" flipV="1">
            <a:off x="2924835" y="2945636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eur droit 262">
            <a:extLst>
              <a:ext uri="{FF2B5EF4-FFF2-40B4-BE49-F238E27FC236}">
                <a16:creationId xmlns:a16="http://schemas.microsoft.com/office/drawing/2014/main" id="{9F1D9637-B72E-4F15-A19E-EC1C75254EE0}"/>
              </a:ext>
            </a:extLst>
          </p:cNvPr>
          <p:cNvCxnSpPr>
            <a:cxnSpLocks/>
          </p:cNvCxnSpPr>
          <p:nvPr/>
        </p:nvCxnSpPr>
        <p:spPr>
          <a:xfrm flipV="1">
            <a:off x="2973843" y="2961238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Connecteur droit 263">
            <a:extLst>
              <a:ext uri="{FF2B5EF4-FFF2-40B4-BE49-F238E27FC236}">
                <a16:creationId xmlns:a16="http://schemas.microsoft.com/office/drawing/2014/main" id="{5B24D780-6084-4211-8248-DAF1C1C0D4C5}"/>
              </a:ext>
            </a:extLst>
          </p:cNvPr>
          <p:cNvCxnSpPr>
            <a:cxnSpLocks/>
          </p:cNvCxnSpPr>
          <p:nvPr/>
        </p:nvCxnSpPr>
        <p:spPr>
          <a:xfrm flipV="1">
            <a:off x="2927053" y="2895830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eur droit 264">
            <a:extLst>
              <a:ext uri="{FF2B5EF4-FFF2-40B4-BE49-F238E27FC236}">
                <a16:creationId xmlns:a16="http://schemas.microsoft.com/office/drawing/2014/main" id="{D1768EAB-026C-4EA5-9E7F-D5125A982BB1}"/>
              </a:ext>
            </a:extLst>
          </p:cNvPr>
          <p:cNvCxnSpPr>
            <a:cxnSpLocks/>
          </p:cNvCxnSpPr>
          <p:nvPr/>
        </p:nvCxnSpPr>
        <p:spPr>
          <a:xfrm flipV="1">
            <a:off x="2921652" y="2889627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Parallélogramme 787">
            <a:extLst>
              <a:ext uri="{FF2B5EF4-FFF2-40B4-BE49-F238E27FC236}">
                <a16:creationId xmlns:a16="http://schemas.microsoft.com/office/drawing/2014/main" id="{23CAF5BA-C50A-44B4-A88B-D80C0B1D2E82}"/>
              </a:ext>
            </a:extLst>
          </p:cNvPr>
          <p:cNvSpPr/>
          <p:nvPr/>
        </p:nvSpPr>
        <p:spPr>
          <a:xfrm rot="12360215">
            <a:off x="4314330" y="2687515"/>
            <a:ext cx="176304" cy="74376"/>
          </a:xfrm>
          <a:custGeom>
            <a:avLst/>
            <a:gdLst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635616 w 635616"/>
              <a:gd name="connsiteY2" fmla="*/ 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43224 h 243224"/>
              <a:gd name="connsiteX1" fmla="*/ 0 w 635616"/>
              <a:gd name="connsiteY1" fmla="*/ 1109 h 243224"/>
              <a:gd name="connsiteX2" fmla="*/ 522478 w 635616"/>
              <a:gd name="connsiteY2" fmla="*/ 0 h 243224"/>
              <a:gd name="connsiteX3" fmla="*/ 635616 w 635616"/>
              <a:gd name="connsiteY3" fmla="*/ 243224 h 243224"/>
              <a:gd name="connsiteX4" fmla="*/ 0 w 635616"/>
              <a:gd name="connsiteY4" fmla="*/ 243224 h 243224"/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470203 w 635616"/>
              <a:gd name="connsiteY2" fmla="*/ 1447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57243 h 257243"/>
              <a:gd name="connsiteX1" fmla="*/ 0 w 635616"/>
              <a:gd name="connsiteY1" fmla="*/ 15128 h 257243"/>
              <a:gd name="connsiteX2" fmla="*/ 520165 w 635616"/>
              <a:gd name="connsiteY2" fmla="*/ 0 h 257243"/>
              <a:gd name="connsiteX3" fmla="*/ 635616 w 635616"/>
              <a:gd name="connsiteY3" fmla="*/ 257243 h 257243"/>
              <a:gd name="connsiteX4" fmla="*/ 0 w 635616"/>
              <a:gd name="connsiteY4" fmla="*/ 257243 h 257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616" h="257243">
                <a:moveTo>
                  <a:pt x="0" y="257243"/>
                </a:moveTo>
                <a:lnTo>
                  <a:pt x="0" y="15128"/>
                </a:lnTo>
                <a:lnTo>
                  <a:pt x="520165" y="0"/>
                </a:lnTo>
                <a:lnTo>
                  <a:pt x="635616" y="257243"/>
                </a:lnTo>
                <a:lnTo>
                  <a:pt x="0" y="257243"/>
                </a:lnTo>
                <a:close/>
              </a:path>
            </a:pathLst>
          </a:custGeom>
          <a:blipFill>
            <a:blip r:embed="rId3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7" name="Parallélogramme 266">
            <a:extLst>
              <a:ext uri="{FF2B5EF4-FFF2-40B4-BE49-F238E27FC236}">
                <a16:creationId xmlns:a16="http://schemas.microsoft.com/office/drawing/2014/main" id="{8E1DFF8F-2D1D-4541-87F8-9FB7C6D7949A}"/>
              </a:ext>
            </a:extLst>
          </p:cNvPr>
          <p:cNvSpPr/>
          <p:nvPr/>
        </p:nvSpPr>
        <p:spPr>
          <a:xfrm rot="21186520">
            <a:off x="4337193" y="2751385"/>
            <a:ext cx="167552" cy="73953"/>
          </a:xfrm>
          <a:prstGeom prst="parallelogram">
            <a:avLst>
              <a:gd name="adj" fmla="val 18485"/>
            </a:avLst>
          </a:prstGeom>
          <a:blipFill>
            <a:blip r:embed="rId4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17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A731EB-CC51-45E2-9DFC-D441732603DB}"/>
              </a:ext>
            </a:extLst>
          </p:cNvPr>
          <p:cNvCxnSpPr>
            <a:cxnSpLocks/>
          </p:cNvCxnSpPr>
          <p:nvPr/>
        </p:nvCxnSpPr>
        <p:spPr>
          <a:xfrm>
            <a:off x="9750976" y="2719590"/>
            <a:ext cx="26413" cy="1114315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8D5D0B22-16D0-41C1-A915-D4B77BE9BF7F}"/>
              </a:ext>
            </a:extLst>
          </p:cNvPr>
          <p:cNvCxnSpPr>
            <a:cxnSpLocks/>
          </p:cNvCxnSpPr>
          <p:nvPr/>
        </p:nvCxnSpPr>
        <p:spPr>
          <a:xfrm>
            <a:off x="8485372" y="1658636"/>
            <a:ext cx="1265605" cy="1060954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" name="Cylindre 499">
            <a:extLst>
              <a:ext uri="{FF2B5EF4-FFF2-40B4-BE49-F238E27FC236}">
                <a16:creationId xmlns:a16="http://schemas.microsoft.com/office/drawing/2014/main" id="{E3C19EF0-13AF-40A7-B407-7BB521EDDC18}"/>
              </a:ext>
            </a:extLst>
          </p:cNvPr>
          <p:cNvSpPr/>
          <p:nvPr/>
        </p:nvSpPr>
        <p:spPr>
          <a:xfrm rot="18587471">
            <a:off x="8893348" y="1456134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35" name="Connecteur droit 634">
            <a:extLst>
              <a:ext uri="{FF2B5EF4-FFF2-40B4-BE49-F238E27FC236}">
                <a16:creationId xmlns:a16="http://schemas.microsoft.com/office/drawing/2014/main" id="{180A694B-AB90-4CD1-B17B-DF78651660AC}"/>
              </a:ext>
            </a:extLst>
          </p:cNvPr>
          <p:cNvCxnSpPr>
            <a:cxnSpLocks/>
          </p:cNvCxnSpPr>
          <p:nvPr/>
        </p:nvCxnSpPr>
        <p:spPr>
          <a:xfrm>
            <a:off x="9616817" y="2744618"/>
            <a:ext cx="26413" cy="1114315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Connecteur droit 658">
            <a:extLst>
              <a:ext uri="{FF2B5EF4-FFF2-40B4-BE49-F238E27FC236}">
                <a16:creationId xmlns:a16="http://schemas.microsoft.com/office/drawing/2014/main" id="{10B77A8E-51C2-4003-AD5D-4060FBC736C1}"/>
              </a:ext>
            </a:extLst>
          </p:cNvPr>
          <p:cNvCxnSpPr>
            <a:cxnSpLocks/>
          </p:cNvCxnSpPr>
          <p:nvPr/>
        </p:nvCxnSpPr>
        <p:spPr>
          <a:xfrm flipV="1">
            <a:off x="2704147" y="2710781"/>
            <a:ext cx="7060035" cy="693328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181">
            <a:extLst>
              <a:ext uri="{FF2B5EF4-FFF2-40B4-BE49-F238E27FC236}">
                <a16:creationId xmlns:a16="http://schemas.microsoft.com/office/drawing/2014/main" id="{8BD30003-2027-424B-BF20-84B5E1EDF62A}"/>
              </a:ext>
            </a:extLst>
          </p:cNvPr>
          <p:cNvCxnSpPr>
            <a:cxnSpLocks/>
          </p:cNvCxnSpPr>
          <p:nvPr/>
        </p:nvCxnSpPr>
        <p:spPr>
          <a:xfrm flipV="1">
            <a:off x="1451106" y="1658636"/>
            <a:ext cx="7060035" cy="693328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eur droit 183">
            <a:extLst>
              <a:ext uri="{FF2B5EF4-FFF2-40B4-BE49-F238E27FC236}">
                <a16:creationId xmlns:a16="http://schemas.microsoft.com/office/drawing/2014/main" id="{DDCFBD4F-0743-441F-A216-4A7BD4C6E203}"/>
              </a:ext>
            </a:extLst>
          </p:cNvPr>
          <p:cNvCxnSpPr>
            <a:cxnSpLocks/>
          </p:cNvCxnSpPr>
          <p:nvPr/>
        </p:nvCxnSpPr>
        <p:spPr>
          <a:xfrm>
            <a:off x="1463867" y="2368046"/>
            <a:ext cx="1265605" cy="1060954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eur droit 184">
            <a:extLst>
              <a:ext uri="{FF2B5EF4-FFF2-40B4-BE49-F238E27FC236}">
                <a16:creationId xmlns:a16="http://schemas.microsoft.com/office/drawing/2014/main" id="{54ED1055-8ADE-4AF5-B10D-C1B61A838D13}"/>
              </a:ext>
            </a:extLst>
          </p:cNvPr>
          <p:cNvCxnSpPr>
            <a:cxnSpLocks/>
          </p:cNvCxnSpPr>
          <p:nvPr/>
        </p:nvCxnSpPr>
        <p:spPr>
          <a:xfrm>
            <a:off x="9509071" y="2735381"/>
            <a:ext cx="34425" cy="1002226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eur droit 186">
            <a:extLst>
              <a:ext uri="{FF2B5EF4-FFF2-40B4-BE49-F238E27FC236}">
                <a16:creationId xmlns:a16="http://schemas.microsoft.com/office/drawing/2014/main" id="{B0718099-D98A-4121-8901-D27D0E002E1E}"/>
              </a:ext>
            </a:extLst>
          </p:cNvPr>
          <p:cNvCxnSpPr>
            <a:cxnSpLocks/>
          </p:cNvCxnSpPr>
          <p:nvPr/>
        </p:nvCxnSpPr>
        <p:spPr>
          <a:xfrm>
            <a:off x="9543496" y="3719223"/>
            <a:ext cx="99734" cy="11468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droit 189">
            <a:extLst>
              <a:ext uri="{FF2B5EF4-FFF2-40B4-BE49-F238E27FC236}">
                <a16:creationId xmlns:a16="http://schemas.microsoft.com/office/drawing/2014/main" id="{AFDEAB36-0EBD-4FF9-9A24-A8DEBB4579BB}"/>
              </a:ext>
            </a:extLst>
          </p:cNvPr>
          <p:cNvCxnSpPr>
            <a:cxnSpLocks/>
          </p:cNvCxnSpPr>
          <p:nvPr/>
        </p:nvCxnSpPr>
        <p:spPr>
          <a:xfrm flipV="1">
            <a:off x="9626601" y="3833905"/>
            <a:ext cx="179899" cy="1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193">
            <a:extLst>
              <a:ext uri="{FF2B5EF4-FFF2-40B4-BE49-F238E27FC236}">
                <a16:creationId xmlns:a16="http://schemas.microsoft.com/office/drawing/2014/main" id="{DCEFD721-8A17-4729-98E9-4A7D6B1B970A}"/>
              </a:ext>
            </a:extLst>
          </p:cNvPr>
          <p:cNvCxnSpPr>
            <a:cxnSpLocks/>
          </p:cNvCxnSpPr>
          <p:nvPr/>
        </p:nvCxnSpPr>
        <p:spPr>
          <a:xfrm>
            <a:off x="2904298" y="3366830"/>
            <a:ext cx="26413" cy="1114315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eur droit 194">
            <a:extLst>
              <a:ext uri="{FF2B5EF4-FFF2-40B4-BE49-F238E27FC236}">
                <a16:creationId xmlns:a16="http://schemas.microsoft.com/office/drawing/2014/main" id="{060218E7-93E3-4A3E-AE9D-9D019A9E39FC}"/>
              </a:ext>
            </a:extLst>
          </p:cNvPr>
          <p:cNvCxnSpPr>
            <a:cxnSpLocks/>
          </p:cNvCxnSpPr>
          <p:nvPr/>
        </p:nvCxnSpPr>
        <p:spPr>
          <a:xfrm>
            <a:off x="2770139" y="3391858"/>
            <a:ext cx="26413" cy="1114315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195">
            <a:extLst>
              <a:ext uri="{FF2B5EF4-FFF2-40B4-BE49-F238E27FC236}">
                <a16:creationId xmlns:a16="http://schemas.microsoft.com/office/drawing/2014/main" id="{BD96D9A0-B3B9-4A07-8D4C-22842DB09EB4}"/>
              </a:ext>
            </a:extLst>
          </p:cNvPr>
          <p:cNvCxnSpPr>
            <a:cxnSpLocks/>
          </p:cNvCxnSpPr>
          <p:nvPr/>
        </p:nvCxnSpPr>
        <p:spPr>
          <a:xfrm>
            <a:off x="2662393" y="3382621"/>
            <a:ext cx="34425" cy="1002226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196">
            <a:extLst>
              <a:ext uri="{FF2B5EF4-FFF2-40B4-BE49-F238E27FC236}">
                <a16:creationId xmlns:a16="http://schemas.microsoft.com/office/drawing/2014/main" id="{FD935BF8-D42D-4173-9543-89E25DD06B89}"/>
              </a:ext>
            </a:extLst>
          </p:cNvPr>
          <p:cNvCxnSpPr>
            <a:cxnSpLocks/>
          </p:cNvCxnSpPr>
          <p:nvPr/>
        </p:nvCxnSpPr>
        <p:spPr>
          <a:xfrm>
            <a:off x="2696818" y="4366463"/>
            <a:ext cx="99734" cy="11468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197">
            <a:extLst>
              <a:ext uri="{FF2B5EF4-FFF2-40B4-BE49-F238E27FC236}">
                <a16:creationId xmlns:a16="http://schemas.microsoft.com/office/drawing/2014/main" id="{D9D41BE2-BA87-4A6E-B1B3-230BE787F02D}"/>
              </a:ext>
            </a:extLst>
          </p:cNvPr>
          <p:cNvCxnSpPr>
            <a:cxnSpLocks/>
          </p:cNvCxnSpPr>
          <p:nvPr/>
        </p:nvCxnSpPr>
        <p:spPr>
          <a:xfrm flipV="1">
            <a:off x="2779923" y="4481145"/>
            <a:ext cx="179899" cy="1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>
            <a:extLst>
              <a:ext uri="{FF2B5EF4-FFF2-40B4-BE49-F238E27FC236}">
                <a16:creationId xmlns:a16="http://schemas.microsoft.com/office/drawing/2014/main" id="{0691E14B-9740-4956-81EC-C48A48A0F5B2}"/>
              </a:ext>
            </a:extLst>
          </p:cNvPr>
          <p:cNvCxnSpPr>
            <a:cxnSpLocks/>
          </p:cNvCxnSpPr>
          <p:nvPr/>
        </p:nvCxnSpPr>
        <p:spPr>
          <a:xfrm>
            <a:off x="1685749" y="2543386"/>
            <a:ext cx="33231" cy="981776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199">
            <a:extLst>
              <a:ext uri="{FF2B5EF4-FFF2-40B4-BE49-F238E27FC236}">
                <a16:creationId xmlns:a16="http://schemas.microsoft.com/office/drawing/2014/main" id="{BF485AFC-C98F-498A-A481-FCE3435D7FE8}"/>
              </a:ext>
            </a:extLst>
          </p:cNvPr>
          <p:cNvCxnSpPr>
            <a:cxnSpLocks/>
          </p:cNvCxnSpPr>
          <p:nvPr/>
        </p:nvCxnSpPr>
        <p:spPr>
          <a:xfrm>
            <a:off x="1558408" y="2435875"/>
            <a:ext cx="26413" cy="1114315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eur droit 200">
            <a:extLst>
              <a:ext uri="{FF2B5EF4-FFF2-40B4-BE49-F238E27FC236}">
                <a16:creationId xmlns:a16="http://schemas.microsoft.com/office/drawing/2014/main" id="{45118AB9-E470-4011-8160-B3390CCE74B6}"/>
              </a:ext>
            </a:extLst>
          </p:cNvPr>
          <p:cNvCxnSpPr>
            <a:cxnSpLocks/>
          </p:cNvCxnSpPr>
          <p:nvPr/>
        </p:nvCxnSpPr>
        <p:spPr>
          <a:xfrm>
            <a:off x="1463866" y="2351964"/>
            <a:ext cx="21221" cy="107690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eur droit 201">
            <a:extLst>
              <a:ext uri="{FF2B5EF4-FFF2-40B4-BE49-F238E27FC236}">
                <a16:creationId xmlns:a16="http://schemas.microsoft.com/office/drawing/2014/main" id="{C1C63160-D10A-4C53-AC52-72F939B6A97F}"/>
              </a:ext>
            </a:extLst>
          </p:cNvPr>
          <p:cNvCxnSpPr>
            <a:cxnSpLocks/>
          </p:cNvCxnSpPr>
          <p:nvPr/>
        </p:nvCxnSpPr>
        <p:spPr>
          <a:xfrm>
            <a:off x="1485087" y="3410480"/>
            <a:ext cx="99734" cy="11468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202">
            <a:extLst>
              <a:ext uri="{FF2B5EF4-FFF2-40B4-BE49-F238E27FC236}">
                <a16:creationId xmlns:a16="http://schemas.microsoft.com/office/drawing/2014/main" id="{8A0217F3-19F9-4BBE-9077-8628629D1955}"/>
              </a:ext>
            </a:extLst>
          </p:cNvPr>
          <p:cNvCxnSpPr>
            <a:cxnSpLocks/>
          </p:cNvCxnSpPr>
          <p:nvPr/>
        </p:nvCxnSpPr>
        <p:spPr>
          <a:xfrm>
            <a:off x="1568192" y="3525163"/>
            <a:ext cx="179899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Cylindre 214">
            <a:extLst>
              <a:ext uri="{FF2B5EF4-FFF2-40B4-BE49-F238E27FC236}">
                <a16:creationId xmlns:a16="http://schemas.microsoft.com/office/drawing/2014/main" id="{7B463641-213A-4BF4-86CE-2570BD135A91}"/>
              </a:ext>
            </a:extLst>
          </p:cNvPr>
          <p:cNvSpPr/>
          <p:nvPr/>
        </p:nvSpPr>
        <p:spPr>
          <a:xfrm rot="18587471">
            <a:off x="8651443" y="1478529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6" name="Cylindre 215">
            <a:extLst>
              <a:ext uri="{FF2B5EF4-FFF2-40B4-BE49-F238E27FC236}">
                <a16:creationId xmlns:a16="http://schemas.microsoft.com/office/drawing/2014/main" id="{EF3DAD67-693D-40CD-BC8F-DC570F36DCD4}"/>
              </a:ext>
            </a:extLst>
          </p:cNvPr>
          <p:cNvSpPr/>
          <p:nvPr/>
        </p:nvSpPr>
        <p:spPr>
          <a:xfrm rot="18587471">
            <a:off x="8409537" y="1504718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7" name="Cylindre 216">
            <a:extLst>
              <a:ext uri="{FF2B5EF4-FFF2-40B4-BE49-F238E27FC236}">
                <a16:creationId xmlns:a16="http://schemas.microsoft.com/office/drawing/2014/main" id="{1C1A5FB3-6209-4907-84DA-DFD39B56A61D}"/>
              </a:ext>
            </a:extLst>
          </p:cNvPr>
          <p:cNvSpPr/>
          <p:nvPr/>
        </p:nvSpPr>
        <p:spPr>
          <a:xfrm rot="18587471">
            <a:off x="8184319" y="1542801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8" name="Cylindre 217">
            <a:extLst>
              <a:ext uri="{FF2B5EF4-FFF2-40B4-BE49-F238E27FC236}">
                <a16:creationId xmlns:a16="http://schemas.microsoft.com/office/drawing/2014/main" id="{76CB7C91-4F5F-4FDE-B7D3-362B8B374908}"/>
              </a:ext>
            </a:extLst>
          </p:cNvPr>
          <p:cNvSpPr/>
          <p:nvPr/>
        </p:nvSpPr>
        <p:spPr>
          <a:xfrm rot="18587471">
            <a:off x="7913873" y="1555248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0" name="Cylindre 219">
            <a:extLst>
              <a:ext uri="{FF2B5EF4-FFF2-40B4-BE49-F238E27FC236}">
                <a16:creationId xmlns:a16="http://schemas.microsoft.com/office/drawing/2014/main" id="{F0217590-8189-41C4-8D5B-7597E168D866}"/>
              </a:ext>
            </a:extLst>
          </p:cNvPr>
          <p:cNvSpPr/>
          <p:nvPr/>
        </p:nvSpPr>
        <p:spPr>
          <a:xfrm rot="18587471">
            <a:off x="7671966" y="1580843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1" name="Cylindre 220">
            <a:extLst>
              <a:ext uri="{FF2B5EF4-FFF2-40B4-BE49-F238E27FC236}">
                <a16:creationId xmlns:a16="http://schemas.microsoft.com/office/drawing/2014/main" id="{2866E358-6747-4D30-BD8D-6DF224B7FF77}"/>
              </a:ext>
            </a:extLst>
          </p:cNvPr>
          <p:cNvSpPr/>
          <p:nvPr/>
        </p:nvSpPr>
        <p:spPr>
          <a:xfrm rot="18587471">
            <a:off x="7430061" y="1603238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2" name="Cylindre 221">
            <a:extLst>
              <a:ext uri="{FF2B5EF4-FFF2-40B4-BE49-F238E27FC236}">
                <a16:creationId xmlns:a16="http://schemas.microsoft.com/office/drawing/2014/main" id="{B6150F8D-003B-4C9F-A6F9-89DFDDFC1FF6}"/>
              </a:ext>
            </a:extLst>
          </p:cNvPr>
          <p:cNvSpPr/>
          <p:nvPr/>
        </p:nvSpPr>
        <p:spPr>
          <a:xfrm rot="18587471">
            <a:off x="7188155" y="1629427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3" name="Cylindre 222">
            <a:extLst>
              <a:ext uri="{FF2B5EF4-FFF2-40B4-BE49-F238E27FC236}">
                <a16:creationId xmlns:a16="http://schemas.microsoft.com/office/drawing/2014/main" id="{FB6100F1-31DC-4076-B6EA-2A7D80B64A95}"/>
              </a:ext>
            </a:extLst>
          </p:cNvPr>
          <p:cNvSpPr/>
          <p:nvPr/>
        </p:nvSpPr>
        <p:spPr>
          <a:xfrm rot="18587471">
            <a:off x="6962937" y="1667510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4" name="Cylindre 223">
            <a:extLst>
              <a:ext uri="{FF2B5EF4-FFF2-40B4-BE49-F238E27FC236}">
                <a16:creationId xmlns:a16="http://schemas.microsoft.com/office/drawing/2014/main" id="{50195229-F751-4510-8EE0-FAD8740B5021}"/>
              </a:ext>
            </a:extLst>
          </p:cNvPr>
          <p:cNvSpPr/>
          <p:nvPr/>
        </p:nvSpPr>
        <p:spPr>
          <a:xfrm rot="18587471">
            <a:off x="6700838" y="1678665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5" name="Cylindre 224">
            <a:extLst>
              <a:ext uri="{FF2B5EF4-FFF2-40B4-BE49-F238E27FC236}">
                <a16:creationId xmlns:a16="http://schemas.microsoft.com/office/drawing/2014/main" id="{B92C25A4-38A7-4F79-BED0-A157894E4481}"/>
              </a:ext>
            </a:extLst>
          </p:cNvPr>
          <p:cNvSpPr/>
          <p:nvPr/>
        </p:nvSpPr>
        <p:spPr>
          <a:xfrm rot="18587471">
            <a:off x="6458933" y="1701060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6" name="Cylindre 225">
            <a:extLst>
              <a:ext uri="{FF2B5EF4-FFF2-40B4-BE49-F238E27FC236}">
                <a16:creationId xmlns:a16="http://schemas.microsoft.com/office/drawing/2014/main" id="{EF42E038-74F9-421C-8334-5CB08F023601}"/>
              </a:ext>
            </a:extLst>
          </p:cNvPr>
          <p:cNvSpPr/>
          <p:nvPr/>
        </p:nvSpPr>
        <p:spPr>
          <a:xfrm rot="18587471">
            <a:off x="6217027" y="1727249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7" name="Cylindre 226">
            <a:extLst>
              <a:ext uri="{FF2B5EF4-FFF2-40B4-BE49-F238E27FC236}">
                <a16:creationId xmlns:a16="http://schemas.microsoft.com/office/drawing/2014/main" id="{06847F7E-E838-4492-A97E-07FD8A4FCD30}"/>
              </a:ext>
            </a:extLst>
          </p:cNvPr>
          <p:cNvSpPr/>
          <p:nvPr/>
        </p:nvSpPr>
        <p:spPr>
          <a:xfrm rot="18587471">
            <a:off x="5991809" y="1765332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8" name="Cylindre 227">
            <a:extLst>
              <a:ext uri="{FF2B5EF4-FFF2-40B4-BE49-F238E27FC236}">
                <a16:creationId xmlns:a16="http://schemas.microsoft.com/office/drawing/2014/main" id="{8117E808-BF2A-48BA-87C5-B624A170C0EE}"/>
              </a:ext>
            </a:extLst>
          </p:cNvPr>
          <p:cNvSpPr/>
          <p:nvPr/>
        </p:nvSpPr>
        <p:spPr>
          <a:xfrm rot="18587471">
            <a:off x="5729439" y="1771420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9" name="Cylindre 228">
            <a:extLst>
              <a:ext uri="{FF2B5EF4-FFF2-40B4-BE49-F238E27FC236}">
                <a16:creationId xmlns:a16="http://schemas.microsoft.com/office/drawing/2014/main" id="{954ACE45-9847-4416-8634-5142D0395E1B}"/>
              </a:ext>
            </a:extLst>
          </p:cNvPr>
          <p:cNvSpPr/>
          <p:nvPr/>
        </p:nvSpPr>
        <p:spPr>
          <a:xfrm rot="18587471">
            <a:off x="5487534" y="1793815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0" name="Cylindre 229">
            <a:extLst>
              <a:ext uri="{FF2B5EF4-FFF2-40B4-BE49-F238E27FC236}">
                <a16:creationId xmlns:a16="http://schemas.microsoft.com/office/drawing/2014/main" id="{B66C6FF0-B929-4AAF-8446-909543D7B1E1}"/>
              </a:ext>
            </a:extLst>
          </p:cNvPr>
          <p:cNvSpPr/>
          <p:nvPr/>
        </p:nvSpPr>
        <p:spPr>
          <a:xfrm rot="18587471">
            <a:off x="5245628" y="1820004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1" name="Cylindre 230">
            <a:extLst>
              <a:ext uri="{FF2B5EF4-FFF2-40B4-BE49-F238E27FC236}">
                <a16:creationId xmlns:a16="http://schemas.microsoft.com/office/drawing/2014/main" id="{15F402BB-3A8B-48A8-B783-BECB52198FD6}"/>
              </a:ext>
            </a:extLst>
          </p:cNvPr>
          <p:cNvSpPr/>
          <p:nvPr/>
        </p:nvSpPr>
        <p:spPr>
          <a:xfrm rot="18587471">
            <a:off x="5020410" y="1858087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2" name="Cylindre 231">
            <a:extLst>
              <a:ext uri="{FF2B5EF4-FFF2-40B4-BE49-F238E27FC236}">
                <a16:creationId xmlns:a16="http://schemas.microsoft.com/office/drawing/2014/main" id="{E9065AE1-DAC2-4607-8346-5560BC0711EE}"/>
              </a:ext>
            </a:extLst>
          </p:cNvPr>
          <p:cNvSpPr/>
          <p:nvPr/>
        </p:nvSpPr>
        <p:spPr>
          <a:xfrm rot="18587471">
            <a:off x="4752122" y="1861627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3" name="Cylindre 232">
            <a:extLst>
              <a:ext uri="{FF2B5EF4-FFF2-40B4-BE49-F238E27FC236}">
                <a16:creationId xmlns:a16="http://schemas.microsoft.com/office/drawing/2014/main" id="{64F7B572-746F-4755-A016-9202F87F4519}"/>
              </a:ext>
            </a:extLst>
          </p:cNvPr>
          <p:cNvSpPr/>
          <p:nvPr/>
        </p:nvSpPr>
        <p:spPr>
          <a:xfrm rot="18587471">
            <a:off x="4510217" y="1884022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4" name="Cylindre 233">
            <a:extLst>
              <a:ext uri="{FF2B5EF4-FFF2-40B4-BE49-F238E27FC236}">
                <a16:creationId xmlns:a16="http://schemas.microsoft.com/office/drawing/2014/main" id="{F702F2BB-54D3-49D7-ABEE-C9EB7342BA44}"/>
              </a:ext>
            </a:extLst>
          </p:cNvPr>
          <p:cNvSpPr/>
          <p:nvPr/>
        </p:nvSpPr>
        <p:spPr>
          <a:xfrm rot="18587471">
            <a:off x="4268311" y="1910211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5" name="Cylindre 234">
            <a:extLst>
              <a:ext uri="{FF2B5EF4-FFF2-40B4-BE49-F238E27FC236}">
                <a16:creationId xmlns:a16="http://schemas.microsoft.com/office/drawing/2014/main" id="{92389B93-4E25-4BA5-A5E0-6E44DC246025}"/>
              </a:ext>
            </a:extLst>
          </p:cNvPr>
          <p:cNvSpPr/>
          <p:nvPr/>
        </p:nvSpPr>
        <p:spPr>
          <a:xfrm rot="18587471">
            <a:off x="4043093" y="1948294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6" name="Cylindre 235">
            <a:extLst>
              <a:ext uri="{FF2B5EF4-FFF2-40B4-BE49-F238E27FC236}">
                <a16:creationId xmlns:a16="http://schemas.microsoft.com/office/drawing/2014/main" id="{5E745E1E-6AC8-4072-91D2-109B1DFA01BD}"/>
              </a:ext>
            </a:extLst>
          </p:cNvPr>
          <p:cNvSpPr/>
          <p:nvPr/>
        </p:nvSpPr>
        <p:spPr>
          <a:xfrm rot="18587471">
            <a:off x="3766721" y="1951482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7" name="Cylindre 236">
            <a:extLst>
              <a:ext uri="{FF2B5EF4-FFF2-40B4-BE49-F238E27FC236}">
                <a16:creationId xmlns:a16="http://schemas.microsoft.com/office/drawing/2014/main" id="{3199206F-CA25-4E6D-A243-A31285C07A02}"/>
              </a:ext>
            </a:extLst>
          </p:cNvPr>
          <p:cNvSpPr/>
          <p:nvPr/>
        </p:nvSpPr>
        <p:spPr>
          <a:xfrm rot="18587471">
            <a:off x="3524816" y="1973877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8" name="Cylindre 237">
            <a:extLst>
              <a:ext uri="{FF2B5EF4-FFF2-40B4-BE49-F238E27FC236}">
                <a16:creationId xmlns:a16="http://schemas.microsoft.com/office/drawing/2014/main" id="{428E5B44-777B-4C41-BA12-B407069F8C51}"/>
              </a:ext>
            </a:extLst>
          </p:cNvPr>
          <p:cNvSpPr/>
          <p:nvPr/>
        </p:nvSpPr>
        <p:spPr>
          <a:xfrm rot="18587471">
            <a:off x="3282910" y="2000066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9" name="Cylindre 238">
            <a:extLst>
              <a:ext uri="{FF2B5EF4-FFF2-40B4-BE49-F238E27FC236}">
                <a16:creationId xmlns:a16="http://schemas.microsoft.com/office/drawing/2014/main" id="{804EF545-BFE0-46A4-8942-B5D5F83610F7}"/>
              </a:ext>
            </a:extLst>
          </p:cNvPr>
          <p:cNvSpPr/>
          <p:nvPr/>
        </p:nvSpPr>
        <p:spPr>
          <a:xfrm rot="18587471">
            <a:off x="3057692" y="2038149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0" name="Cylindre 239">
            <a:extLst>
              <a:ext uri="{FF2B5EF4-FFF2-40B4-BE49-F238E27FC236}">
                <a16:creationId xmlns:a16="http://schemas.microsoft.com/office/drawing/2014/main" id="{CFC2CDA1-1242-47D3-9087-6D8A8BC32CD2}"/>
              </a:ext>
            </a:extLst>
          </p:cNvPr>
          <p:cNvSpPr/>
          <p:nvPr/>
        </p:nvSpPr>
        <p:spPr>
          <a:xfrm rot="18587471">
            <a:off x="2810777" y="2051595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1" name="Cylindre 240">
            <a:extLst>
              <a:ext uri="{FF2B5EF4-FFF2-40B4-BE49-F238E27FC236}">
                <a16:creationId xmlns:a16="http://schemas.microsoft.com/office/drawing/2014/main" id="{C37E2310-13C0-44ED-A3DD-D5F5D06FB86A}"/>
              </a:ext>
            </a:extLst>
          </p:cNvPr>
          <p:cNvSpPr/>
          <p:nvPr/>
        </p:nvSpPr>
        <p:spPr>
          <a:xfrm rot="18587471">
            <a:off x="2568872" y="2073990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2" name="Cylindre 241">
            <a:extLst>
              <a:ext uri="{FF2B5EF4-FFF2-40B4-BE49-F238E27FC236}">
                <a16:creationId xmlns:a16="http://schemas.microsoft.com/office/drawing/2014/main" id="{7043D298-7EAD-41E6-9B36-9A1BB884EAAE}"/>
              </a:ext>
            </a:extLst>
          </p:cNvPr>
          <p:cNvSpPr/>
          <p:nvPr/>
        </p:nvSpPr>
        <p:spPr>
          <a:xfrm rot="18587471">
            <a:off x="2326966" y="2100179"/>
            <a:ext cx="133643" cy="1493659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2" name="Connecteur droit 371">
            <a:extLst>
              <a:ext uri="{FF2B5EF4-FFF2-40B4-BE49-F238E27FC236}">
                <a16:creationId xmlns:a16="http://schemas.microsoft.com/office/drawing/2014/main" id="{534BE97C-2D8E-42F6-995A-4738715E343E}"/>
              </a:ext>
            </a:extLst>
          </p:cNvPr>
          <p:cNvCxnSpPr>
            <a:cxnSpLocks/>
          </p:cNvCxnSpPr>
          <p:nvPr/>
        </p:nvCxnSpPr>
        <p:spPr>
          <a:xfrm>
            <a:off x="4280769" y="3323902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cteur droit 372">
            <a:extLst>
              <a:ext uri="{FF2B5EF4-FFF2-40B4-BE49-F238E27FC236}">
                <a16:creationId xmlns:a16="http://schemas.microsoft.com/office/drawing/2014/main" id="{938F2102-FCB2-4E00-9A1F-74C9E907B6D7}"/>
              </a:ext>
            </a:extLst>
          </p:cNvPr>
          <p:cNvCxnSpPr>
            <a:cxnSpLocks/>
          </p:cNvCxnSpPr>
          <p:nvPr/>
        </p:nvCxnSpPr>
        <p:spPr>
          <a:xfrm flipH="1">
            <a:off x="5321882" y="3710391"/>
            <a:ext cx="1535804" cy="15726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Connecteur droit 373">
            <a:extLst>
              <a:ext uri="{FF2B5EF4-FFF2-40B4-BE49-F238E27FC236}">
                <a16:creationId xmlns:a16="http://schemas.microsoft.com/office/drawing/2014/main" id="{806C91A8-50CF-4F0F-A326-E810401F37CB}"/>
              </a:ext>
            </a:extLst>
          </p:cNvPr>
          <p:cNvCxnSpPr>
            <a:cxnSpLocks/>
          </p:cNvCxnSpPr>
          <p:nvPr/>
        </p:nvCxnSpPr>
        <p:spPr>
          <a:xfrm>
            <a:off x="4280768" y="3323902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onnecteur droit 374">
            <a:extLst>
              <a:ext uri="{FF2B5EF4-FFF2-40B4-BE49-F238E27FC236}">
                <a16:creationId xmlns:a16="http://schemas.microsoft.com/office/drawing/2014/main" id="{A370C933-B2FE-430A-B528-1FF5CAE7A4AD}"/>
              </a:ext>
            </a:extLst>
          </p:cNvPr>
          <p:cNvCxnSpPr>
            <a:cxnSpLocks/>
          </p:cNvCxnSpPr>
          <p:nvPr/>
        </p:nvCxnSpPr>
        <p:spPr>
          <a:xfrm>
            <a:off x="4280769" y="3367668"/>
            <a:ext cx="1041113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onnecteur droit 376">
            <a:extLst>
              <a:ext uri="{FF2B5EF4-FFF2-40B4-BE49-F238E27FC236}">
                <a16:creationId xmlns:a16="http://schemas.microsoft.com/office/drawing/2014/main" id="{43897E7D-412A-4898-8813-B7C164D8FB54}"/>
              </a:ext>
            </a:extLst>
          </p:cNvPr>
          <p:cNvCxnSpPr>
            <a:cxnSpLocks/>
          </p:cNvCxnSpPr>
          <p:nvPr/>
        </p:nvCxnSpPr>
        <p:spPr>
          <a:xfrm flipH="1">
            <a:off x="5321882" y="3756391"/>
            <a:ext cx="1535804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necteur droit 377">
            <a:extLst>
              <a:ext uri="{FF2B5EF4-FFF2-40B4-BE49-F238E27FC236}">
                <a16:creationId xmlns:a16="http://schemas.microsoft.com/office/drawing/2014/main" id="{7EE843B4-A62A-4B8F-9F9B-E2601E87C224}"/>
              </a:ext>
            </a:extLst>
          </p:cNvPr>
          <p:cNvCxnSpPr>
            <a:cxnSpLocks/>
          </p:cNvCxnSpPr>
          <p:nvPr/>
        </p:nvCxnSpPr>
        <p:spPr>
          <a:xfrm>
            <a:off x="5320128" y="3867653"/>
            <a:ext cx="1754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9" name="Image 378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CFC408A5-401E-426F-A95C-A630206FA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983" y="4274219"/>
            <a:ext cx="214699" cy="214699"/>
          </a:xfrm>
          <a:prstGeom prst="rect">
            <a:avLst/>
          </a:prstGeom>
        </p:spPr>
      </p:pic>
      <p:cxnSp>
        <p:nvCxnSpPr>
          <p:cNvPr id="380" name="Connecteur droit 379">
            <a:extLst>
              <a:ext uri="{FF2B5EF4-FFF2-40B4-BE49-F238E27FC236}">
                <a16:creationId xmlns:a16="http://schemas.microsoft.com/office/drawing/2014/main" id="{03187FEF-458F-45A8-8FAA-3072712FD78A}"/>
              </a:ext>
            </a:extLst>
          </p:cNvPr>
          <p:cNvCxnSpPr>
            <a:cxnSpLocks/>
          </p:cNvCxnSpPr>
          <p:nvPr/>
        </p:nvCxnSpPr>
        <p:spPr>
          <a:xfrm>
            <a:off x="4430983" y="3440749"/>
            <a:ext cx="0" cy="867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eur droit 380">
            <a:extLst>
              <a:ext uri="{FF2B5EF4-FFF2-40B4-BE49-F238E27FC236}">
                <a16:creationId xmlns:a16="http://schemas.microsoft.com/office/drawing/2014/main" id="{D3EA63C9-9BBB-4FCD-996F-419D02F3CE03}"/>
              </a:ext>
            </a:extLst>
          </p:cNvPr>
          <p:cNvCxnSpPr>
            <a:cxnSpLocks/>
          </p:cNvCxnSpPr>
          <p:nvPr/>
        </p:nvCxnSpPr>
        <p:spPr>
          <a:xfrm>
            <a:off x="4465102" y="3463697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Connecteur droit 381">
            <a:extLst>
              <a:ext uri="{FF2B5EF4-FFF2-40B4-BE49-F238E27FC236}">
                <a16:creationId xmlns:a16="http://schemas.microsoft.com/office/drawing/2014/main" id="{B69D03A3-C8A2-4AE1-B763-C4BB08ABACB7}"/>
              </a:ext>
            </a:extLst>
          </p:cNvPr>
          <p:cNvCxnSpPr>
            <a:cxnSpLocks/>
          </p:cNvCxnSpPr>
          <p:nvPr/>
        </p:nvCxnSpPr>
        <p:spPr>
          <a:xfrm>
            <a:off x="4485272" y="3481358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Connecteur droit 382">
            <a:extLst>
              <a:ext uri="{FF2B5EF4-FFF2-40B4-BE49-F238E27FC236}">
                <a16:creationId xmlns:a16="http://schemas.microsoft.com/office/drawing/2014/main" id="{474B5CCB-6FAE-423F-B88A-0DB8483E8351}"/>
              </a:ext>
            </a:extLst>
          </p:cNvPr>
          <p:cNvCxnSpPr>
            <a:cxnSpLocks/>
          </p:cNvCxnSpPr>
          <p:nvPr/>
        </p:nvCxnSpPr>
        <p:spPr>
          <a:xfrm flipV="1">
            <a:off x="4465102" y="4285097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necteur droit 383">
            <a:extLst>
              <a:ext uri="{FF2B5EF4-FFF2-40B4-BE49-F238E27FC236}">
                <a16:creationId xmlns:a16="http://schemas.microsoft.com/office/drawing/2014/main" id="{3FE1CEA9-4156-4749-93A8-A8F72EE3EEC6}"/>
              </a:ext>
            </a:extLst>
          </p:cNvPr>
          <p:cNvCxnSpPr>
            <a:cxnSpLocks/>
          </p:cNvCxnSpPr>
          <p:nvPr/>
        </p:nvCxnSpPr>
        <p:spPr>
          <a:xfrm>
            <a:off x="4425333" y="4304206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5" name="Image 384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BFFD31BB-BBD9-487F-B9DB-145F9AC5B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642" y="4698288"/>
            <a:ext cx="214699" cy="214699"/>
          </a:xfrm>
          <a:prstGeom prst="rect">
            <a:avLst/>
          </a:prstGeom>
        </p:spPr>
      </p:pic>
      <p:cxnSp>
        <p:nvCxnSpPr>
          <p:cNvPr id="386" name="Connecteur droit 385">
            <a:extLst>
              <a:ext uri="{FF2B5EF4-FFF2-40B4-BE49-F238E27FC236}">
                <a16:creationId xmlns:a16="http://schemas.microsoft.com/office/drawing/2014/main" id="{0D5F97D1-D06C-48F8-8354-19622A2E9C30}"/>
              </a:ext>
            </a:extLst>
          </p:cNvPr>
          <p:cNvCxnSpPr>
            <a:cxnSpLocks/>
          </p:cNvCxnSpPr>
          <p:nvPr/>
        </p:nvCxnSpPr>
        <p:spPr>
          <a:xfrm>
            <a:off x="5379217" y="3911419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Connecteur droit 386">
            <a:extLst>
              <a:ext uri="{FF2B5EF4-FFF2-40B4-BE49-F238E27FC236}">
                <a16:creationId xmlns:a16="http://schemas.microsoft.com/office/drawing/2014/main" id="{38F2BC51-E7B1-424B-B31B-69655AD9D70E}"/>
              </a:ext>
            </a:extLst>
          </p:cNvPr>
          <p:cNvCxnSpPr>
            <a:cxnSpLocks/>
          </p:cNvCxnSpPr>
          <p:nvPr/>
        </p:nvCxnSpPr>
        <p:spPr>
          <a:xfrm>
            <a:off x="5347992" y="3911419"/>
            <a:ext cx="0" cy="81946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eur droit 387">
            <a:extLst>
              <a:ext uri="{FF2B5EF4-FFF2-40B4-BE49-F238E27FC236}">
                <a16:creationId xmlns:a16="http://schemas.microsoft.com/office/drawing/2014/main" id="{2A3C3EB6-5D87-42CD-AA9E-4E9ED82C4539}"/>
              </a:ext>
            </a:extLst>
          </p:cNvPr>
          <p:cNvCxnSpPr>
            <a:cxnSpLocks/>
          </p:cNvCxnSpPr>
          <p:nvPr/>
        </p:nvCxnSpPr>
        <p:spPr>
          <a:xfrm>
            <a:off x="5399672" y="3911419"/>
            <a:ext cx="0" cy="80373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onnecteur droit 388">
            <a:extLst>
              <a:ext uri="{FF2B5EF4-FFF2-40B4-BE49-F238E27FC236}">
                <a16:creationId xmlns:a16="http://schemas.microsoft.com/office/drawing/2014/main" id="{2D92CBD2-530E-4309-8C21-D479CF80A607}"/>
              </a:ext>
            </a:extLst>
          </p:cNvPr>
          <p:cNvCxnSpPr>
            <a:cxnSpLocks/>
          </p:cNvCxnSpPr>
          <p:nvPr/>
        </p:nvCxnSpPr>
        <p:spPr>
          <a:xfrm>
            <a:off x="5347992" y="4728146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Connecteur droit 389">
            <a:extLst>
              <a:ext uri="{FF2B5EF4-FFF2-40B4-BE49-F238E27FC236}">
                <a16:creationId xmlns:a16="http://schemas.microsoft.com/office/drawing/2014/main" id="{FE37737F-3DD5-4113-95AC-04F65A5591BD}"/>
              </a:ext>
            </a:extLst>
          </p:cNvPr>
          <p:cNvCxnSpPr>
            <a:cxnSpLocks/>
          </p:cNvCxnSpPr>
          <p:nvPr/>
        </p:nvCxnSpPr>
        <p:spPr>
          <a:xfrm flipV="1">
            <a:off x="5376931" y="4713153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necteur droit 390">
            <a:extLst>
              <a:ext uri="{FF2B5EF4-FFF2-40B4-BE49-F238E27FC236}">
                <a16:creationId xmlns:a16="http://schemas.microsoft.com/office/drawing/2014/main" id="{6C2E37BF-6F3B-4911-AFAE-7E9AFF96E5D4}"/>
              </a:ext>
            </a:extLst>
          </p:cNvPr>
          <p:cNvCxnSpPr>
            <a:cxnSpLocks/>
          </p:cNvCxnSpPr>
          <p:nvPr/>
        </p:nvCxnSpPr>
        <p:spPr>
          <a:xfrm>
            <a:off x="5818858" y="3168874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Connecteur droit 391">
            <a:extLst>
              <a:ext uri="{FF2B5EF4-FFF2-40B4-BE49-F238E27FC236}">
                <a16:creationId xmlns:a16="http://schemas.microsoft.com/office/drawing/2014/main" id="{9171E862-1596-4520-BEC2-9A18FCB43F44}"/>
              </a:ext>
            </a:extLst>
          </p:cNvPr>
          <p:cNvCxnSpPr>
            <a:cxnSpLocks/>
          </p:cNvCxnSpPr>
          <p:nvPr/>
        </p:nvCxnSpPr>
        <p:spPr>
          <a:xfrm>
            <a:off x="5787633" y="3168874"/>
            <a:ext cx="0" cy="819464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Connecteur droit 392">
            <a:extLst>
              <a:ext uri="{FF2B5EF4-FFF2-40B4-BE49-F238E27FC236}">
                <a16:creationId xmlns:a16="http://schemas.microsoft.com/office/drawing/2014/main" id="{0855CB67-0FE9-4D98-A4CF-0CE6C39E4009}"/>
              </a:ext>
            </a:extLst>
          </p:cNvPr>
          <p:cNvCxnSpPr>
            <a:cxnSpLocks/>
          </p:cNvCxnSpPr>
          <p:nvPr/>
        </p:nvCxnSpPr>
        <p:spPr>
          <a:xfrm>
            <a:off x="5839313" y="3168874"/>
            <a:ext cx="0" cy="803739"/>
          </a:xfrm>
          <a:prstGeom prst="line">
            <a:avLst/>
          </a:prstGeom>
          <a:ln w="63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Connecteur droit 393">
            <a:extLst>
              <a:ext uri="{FF2B5EF4-FFF2-40B4-BE49-F238E27FC236}">
                <a16:creationId xmlns:a16="http://schemas.microsoft.com/office/drawing/2014/main" id="{FD5150EE-0C4E-49B7-B17C-D7740A2D3537}"/>
              </a:ext>
            </a:extLst>
          </p:cNvPr>
          <p:cNvCxnSpPr>
            <a:cxnSpLocks/>
          </p:cNvCxnSpPr>
          <p:nvPr/>
        </p:nvCxnSpPr>
        <p:spPr>
          <a:xfrm>
            <a:off x="5816572" y="3168874"/>
            <a:ext cx="1041114" cy="54375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Connecteur droit 394">
            <a:extLst>
              <a:ext uri="{FF2B5EF4-FFF2-40B4-BE49-F238E27FC236}">
                <a16:creationId xmlns:a16="http://schemas.microsoft.com/office/drawing/2014/main" id="{772D1B96-ABD2-45CD-9699-C87CD55890F6}"/>
              </a:ext>
            </a:extLst>
          </p:cNvPr>
          <p:cNvCxnSpPr>
            <a:cxnSpLocks/>
          </p:cNvCxnSpPr>
          <p:nvPr/>
        </p:nvCxnSpPr>
        <p:spPr>
          <a:xfrm flipH="1">
            <a:off x="4280770" y="3168874"/>
            <a:ext cx="1535802" cy="155028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6" name="Image 395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BE32FF2A-1517-41DE-9522-4FAD49587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283" y="3939039"/>
            <a:ext cx="214699" cy="214699"/>
          </a:xfrm>
          <a:prstGeom prst="rect">
            <a:avLst/>
          </a:prstGeom>
        </p:spPr>
      </p:pic>
      <p:cxnSp>
        <p:nvCxnSpPr>
          <p:cNvPr id="397" name="Connecteur droit 396">
            <a:extLst>
              <a:ext uri="{FF2B5EF4-FFF2-40B4-BE49-F238E27FC236}">
                <a16:creationId xmlns:a16="http://schemas.microsoft.com/office/drawing/2014/main" id="{BCDA21AD-9A69-440F-A720-AEA2372B5218}"/>
              </a:ext>
            </a:extLst>
          </p:cNvPr>
          <p:cNvCxnSpPr>
            <a:cxnSpLocks/>
          </p:cNvCxnSpPr>
          <p:nvPr/>
        </p:nvCxnSpPr>
        <p:spPr>
          <a:xfrm>
            <a:off x="5788334" y="3980825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onnecteur droit 397">
            <a:extLst>
              <a:ext uri="{FF2B5EF4-FFF2-40B4-BE49-F238E27FC236}">
                <a16:creationId xmlns:a16="http://schemas.microsoft.com/office/drawing/2014/main" id="{01E4F369-4BC2-4631-8C39-A8F2B41F3BD4}"/>
              </a:ext>
            </a:extLst>
          </p:cNvPr>
          <p:cNvCxnSpPr>
            <a:cxnSpLocks/>
          </p:cNvCxnSpPr>
          <p:nvPr/>
        </p:nvCxnSpPr>
        <p:spPr>
          <a:xfrm flipV="1">
            <a:off x="5817273" y="3965832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Connecteur droit 398">
            <a:extLst>
              <a:ext uri="{FF2B5EF4-FFF2-40B4-BE49-F238E27FC236}">
                <a16:creationId xmlns:a16="http://schemas.microsoft.com/office/drawing/2014/main" id="{8910CD39-0B68-4838-A275-9BA074723A41}"/>
              </a:ext>
            </a:extLst>
          </p:cNvPr>
          <p:cNvCxnSpPr>
            <a:cxnSpLocks/>
          </p:cNvCxnSpPr>
          <p:nvPr/>
        </p:nvCxnSpPr>
        <p:spPr>
          <a:xfrm>
            <a:off x="5788334" y="3859711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onnecteur droit 399">
            <a:extLst>
              <a:ext uri="{FF2B5EF4-FFF2-40B4-BE49-F238E27FC236}">
                <a16:creationId xmlns:a16="http://schemas.microsoft.com/office/drawing/2014/main" id="{DA8B77FD-3084-4584-92E9-17B7ECF0C18E}"/>
              </a:ext>
            </a:extLst>
          </p:cNvPr>
          <p:cNvCxnSpPr>
            <a:cxnSpLocks/>
          </p:cNvCxnSpPr>
          <p:nvPr/>
        </p:nvCxnSpPr>
        <p:spPr>
          <a:xfrm>
            <a:off x="5840014" y="3859711"/>
            <a:ext cx="0" cy="12111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onnecteur droit 400">
            <a:extLst>
              <a:ext uri="{FF2B5EF4-FFF2-40B4-BE49-F238E27FC236}">
                <a16:creationId xmlns:a16="http://schemas.microsoft.com/office/drawing/2014/main" id="{1988E4D4-D5EA-4920-A537-4FD2D561E067}"/>
              </a:ext>
            </a:extLst>
          </p:cNvPr>
          <p:cNvCxnSpPr>
            <a:cxnSpLocks/>
          </p:cNvCxnSpPr>
          <p:nvPr/>
        </p:nvCxnSpPr>
        <p:spPr>
          <a:xfrm>
            <a:off x="5820993" y="3859711"/>
            <a:ext cx="0" cy="12951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2" name="Image 401" descr="Une image contenant intérieur, assis, petit, noir&#10;&#10;Description générée automatiquement">
            <a:extLst>
              <a:ext uri="{FF2B5EF4-FFF2-40B4-BE49-F238E27FC236}">
                <a16:creationId xmlns:a16="http://schemas.microsoft.com/office/drawing/2014/main" id="{6874FEE0-4CD0-41A0-8F9C-C0B515E59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099" y="4590938"/>
            <a:ext cx="214699" cy="214699"/>
          </a:xfrm>
          <a:prstGeom prst="rect">
            <a:avLst/>
          </a:prstGeom>
        </p:spPr>
      </p:pic>
      <p:cxnSp>
        <p:nvCxnSpPr>
          <p:cNvPr id="416" name="Connecteur droit 415">
            <a:extLst>
              <a:ext uri="{FF2B5EF4-FFF2-40B4-BE49-F238E27FC236}">
                <a16:creationId xmlns:a16="http://schemas.microsoft.com/office/drawing/2014/main" id="{2C969B2E-2A96-404B-987A-549A292F8E20}"/>
              </a:ext>
            </a:extLst>
          </p:cNvPr>
          <p:cNvCxnSpPr>
            <a:cxnSpLocks/>
          </p:cNvCxnSpPr>
          <p:nvPr/>
        </p:nvCxnSpPr>
        <p:spPr>
          <a:xfrm>
            <a:off x="6690869" y="3779637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Connecteur droit 416">
            <a:extLst>
              <a:ext uri="{FF2B5EF4-FFF2-40B4-BE49-F238E27FC236}">
                <a16:creationId xmlns:a16="http://schemas.microsoft.com/office/drawing/2014/main" id="{749FF490-5500-4BC6-8ACB-14C2CF423D74}"/>
              </a:ext>
            </a:extLst>
          </p:cNvPr>
          <p:cNvCxnSpPr>
            <a:cxnSpLocks/>
          </p:cNvCxnSpPr>
          <p:nvPr/>
        </p:nvCxnSpPr>
        <p:spPr>
          <a:xfrm>
            <a:off x="6655246" y="3779636"/>
            <a:ext cx="0" cy="84479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Connecteur droit 417">
            <a:extLst>
              <a:ext uri="{FF2B5EF4-FFF2-40B4-BE49-F238E27FC236}">
                <a16:creationId xmlns:a16="http://schemas.microsoft.com/office/drawing/2014/main" id="{3DAC161B-6277-42C6-8AF9-099FAAF33160}"/>
              </a:ext>
            </a:extLst>
          </p:cNvPr>
          <p:cNvCxnSpPr>
            <a:cxnSpLocks/>
          </p:cNvCxnSpPr>
          <p:nvPr/>
        </p:nvCxnSpPr>
        <p:spPr>
          <a:xfrm>
            <a:off x="6712581" y="3779636"/>
            <a:ext cx="0" cy="83309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Connecteur droit 418">
            <a:extLst>
              <a:ext uri="{FF2B5EF4-FFF2-40B4-BE49-F238E27FC236}">
                <a16:creationId xmlns:a16="http://schemas.microsoft.com/office/drawing/2014/main" id="{FF8299B5-9387-4D10-A781-99F3D5BD7065}"/>
              </a:ext>
            </a:extLst>
          </p:cNvPr>
          <p:cNvCxnSpPr>
            <a:cxnSpLocks/>
          </p:cNvCxnSpPr>
          <p:nvPr/>
        </p:nvCxnSpPr>
        <p:spPr>
          <a:xfrm flipV="1">
            <a:off x="6686471" y="4607478"/>
            <a:ext cx="26110" cy="2339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eur droit 419">
            <a:extLst>
              <a:ext uri="{FF2B5EF4-FFF2-40B4-BE49-F238E27FC236}">
                <a16:creationId xmlns:a16="http://schemas.microsoft.com/office/drawing/2014/main" id="{F427636A-FFEA-4F60-B883-5314E5BEB0A7}"/>
              </a:ext>
            </a:extLst>
          </p:cNvPr>
          <p:cNvCxnSpPr>
            <a:cxnSpLocks/>
          </p:cNvCxnSpPr>
          <p:nvPr/>
        </p:nvCxnSpPr>
        <p:spPr>
          <a:xfrm>
            <a:off x="6651100" y="4624427"/>
            <a:ext cx="39769" cy="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Connecteur droit 420">
            <a:extLst>
              <a:ext uri="{FF2B5EF4-FFF2-40B4-BE49-F238E27FC236}">
                <a16:creationId xmlns:a16="http://schemas.microsoft.com/office/drawing/2014/main" id="{142555B3-5EDB-4F1F-877F-F1ABD9EBC8BC}"/>
              </a:ext>
            </a:extLst>
          </p:cNvPr>
          <p:cNvCxnSpPr>
            <a:cxnSpLocks/>
          </p:cNvCxnSpPr>
          <p:nvPr/>
        </p:nvCxnSpPr>
        <p:spPr>
          <a:xfrm>
            <a:off x="5842566" y="3145923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eur droit 421">
            <a:extLst>
              <a:ext uri="{FF2B5EF4-FFF2-40B4-BE49-F238E27FC236}">
                <a16:creationId xmlns:a16="http://schemas.microsoft.com/office/drawing/2014/main" id="{E33FC4FF-5500-479E-9A63-128D3EC59F6C}"/>
              </a:ext>
            </a:extLst>
          </p:cNvPr>
          <p:cNvCxnSpPr>
            <a:cxnSpLocks/>
          </p:cNvCxnSpPr>
          <p:nvPr/>
        </p:nvCxnSpPr>
        <p:spPr>
          <a:xfrm>
            <a:off x="5780680" y="3160766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eur droit 422">
            <a:extLst>
              <a:ext uri="{FF2B5EF4-FFF2-40B4-BE49-F238E27FC236}">
                <a16:creationId xmlns:a16="http://schemas.microsoft.com/office/drawing/2014/main" id="{371C9185-C900-4E75-AEAB-D4E44F5D0D0B}"/>
              </a:ext>
            </a:extLst>
          </p:cNvPr>
          <p:cNvCxnSpPr>
            <a:cxnSpLocks/>
          </p:cNvCxnSpPr>
          <p:nvPr/>
        </p:nvCxnSpPr>
        <p:spPr>
          <a:xfrm flipV="1">
            <a:off x="5780680" y="3151168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Connecteur droit 423">
            <a:extLst>
              <a:ext uri="{FF2B5EF4-FFF2-40B4-BE49-F238E27FC236}">
                <a16:creationId xmlns:a16="http://schemas.microsoft.com/office/drawing/2014/main" id="{BF33A34F-BBFD-4770-BA31-57091BDCE99D}"/>
              </a:ext>
            </a:extLst>
          </p:cNvPr>
          <p:cNvCxnSpPr>
            <a:cxnSpLocks/>
          </p:cNvCxnSpPr>
          <p:nvPr/>
        </p:nvCxnSpPr>
        <p:spPr>
          <a:xfrm flipH="1" flipV="1">
            <a:off x="5738648" y="3135948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Connecteur droit 424">
            <a:extLst>
              <a:ext uri="{FF2B5EF4-FFF2-40B4-BE49-F238E27FC236}">
                <a16:creationId xmlns:a16="http://schemas.microsoft.com/office/drawing/2014/main" id="{44D85FFB-B40F-4C38-ADEC-002DB83C0255}"/>
              </a:ext>
            </a:extLst>
          </p:cNvPr>
          <p:cNvCxnSpPr>
            <a:cxnSpLocks/>
          </p:cNvCxnSpPr>
          <p:nvPr/>
        </p:nvCxnSpPr>
        <p:spPr>
          <a:xfrm flipH="1" flipV="1">
            <a:off x="5809618" y="3126013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Connecteur droit 425">
            <a:extLst>
              <a:ext uri="{FF2B5EF4-FFF2-40B4-BE49-F238E27FC236}">
                <a16:creationId xmlns:a16="http://schemas.microsoft.com/office/drawing/2014/main" id="{ADDC5CC9-4B31-419B-8BC6-F3446A50D82B}"/>
              </a:ext>
            </a:extLst>
          </p:cNvPr>
          <p:cNvCxnSpPr>
            <a:cxnSpLocks/>
          </p:cNvCxnSpPr>
          <p:nvPr/>
        </p:nvCxnSpPr>
        <p:spPr>
          <a:xfrm flipH="1" flipV="1">
            <a:off x="5732451" y="3180557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Connecteur droit 426">
            <a:extLst>
              <a:ext uri="{FF2B5EF4-FFF2-40B4-BE49-F238E27FC236}">
                <a16:creationId xmlns:a16="http://schemas.microsoft.com/office/drawing/2014/main" id="{5F474578-F2FE-421F-9B5F-BAEFEE9853DD}"/>
              </a:ext>
            </a:extLst>
          </p:cNvPr>
          <p:cNvCxnSpPr>
            <a:cxnSpLocks/>
          </p:cNvCxnSpPr>
          <p:nvPr/>
        </p:nvCxnSpPr>
        <p:spPr>
          <a:xfrm flipV="1">
            <a:off x="5781459" y="3196159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cteur droit 427">
            <a:extLst>
              <a:ext uri="{FF2B5EF4-FFF2-40B4-BE49-F238E27FC236}">
                <a16:creationId xmlns:a16="http://schemas.microsoft.com/office/drawing/2014/main" id="{FD539D9E-75C4-4503-AC05-339B7553846D}"/>
              </a:ext>
            </a:extLst>
          </p:cNvPr>
          <p:cNvCxnSpPr>
            <a:cxnSpLocks/>
          </p:cNvCxnSpPr>
          <p:nvPr/>
        </p:nvCxnSpPr>
        <p:spPr>
          <a:xfrm flipV="1">
            <a:off x="5734669" y="3130751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onnecteur droit 428">
            <a:extLst>
              <a:ext uri="{FF2B5EF4-FFF2-40B4-BE49-F238E27FC236}">
                <a16:creationId xmlns:a16="http://schemas.microsoft.com/office/drawing/2014/main" id="{F2309B0F-B1CB-432D-A3BE-3F3202489DFC}"/>
              </a:ext>
            </a:extLst>
          </p:cNvPr>
          <p:cNvCxnSpPr>
            <a:cxnSpLocks/>
          </p:cNvCxnSpPr>
          <p:nvPr/>
        </p:nvCxnSpPr>
        <p:spPr>
          <a:xfrm flipV="1">
            <a:off x="5729268" y="3124548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necteur droit 429">
            <a:extLst>
              <a:ext uri="{FF2B5EF4-FFF2-40B4-BE49-F238E27FC236}">
                <a16:creationId xmlns:a16="http://schemas.microsoft.com/office/drawing/2014/main" id="{EC90506E-B728-404E-ACDF-64F71D1885AB}"/>
              </a:ext>
            </a:extLst>
          </p:cNvPr>
          <p:cNvCxnSpPr>
            <a:cxnSpLocks/>
          </p:cNvCxnSpPr>
          <p:nvPr/>
        </p:nvCxnSpPr>
        <p:spPr>
          <a:xfrm>
            <a:off x="5789159" y="3192685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eur droit 430">
            <a:extLst>
              <a:ext uri="{FF2B5EF4-FFF2-40B4-BE49-F238E27FC236}">
                <a16:creationId xmlns:a16="http://schemas.microsoft.com/office/drawing/2014/main" id="{A5B4A3E4-E506-45C0-9DB3-44D185D4AF83}"/>
              </a:ext>
            </a:extLst>
          </p:cNvPr>
          <p:cNvCxnSpPr>
            <a:cxnSpLocks/>
          </p:cNvCxnSpPr>
          <p:nvPr/>
        </p:nvCxnSpPr>
        <p:spPr>
          <a:xfrm>
            <a:off x="5786939" y="317820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Connecteur droit 431">
            <a:extLst>
              <a:ext uri="{FF2B5EF4-FFF2-40B4-BE49-F238E27FC236}">
                <a16:creationId xmlns:a16="http://schemas.microsoft.com/office/drawing/2014/main" id="{E9DA85AF-E36C-4556-A490-045A7253FF91}"/>
              </a:ext>
            </a:extLst>
          </p:cNvPr>
          <p:cNvCxnSpPr>
            <a:cxnSpLocks/>
          </p:cNvCxnSpPr>
          <p:nvPr/>
        </p:nvCxnSpPr>
        <p:spPr>
          <a:xfrm>
            <a:off x="5742270" y="3167777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Connecteur droit 432">
            <a:extLst>
              <a:ext uri="{FF2B5EF4-FFF2-40B4-BE49-F238E27FC236}">
                <a16:creationId xmlns:a16="http://schemas.microsoft.com/office/drawing/2014/main" id="{698F91E1-D655-4131-A4E7-6EB626840A91}"/>
              </a:ext>
            </a:extLst>
          </p:cNvPr>
          <p:cNvCxnSpPr>
            <a:cxnSpLocks/>
          </p:cNvCxnSpPr>
          <p:nvPr/>
        </p:nvCxnSpPr>
        <p:spPr>
          <a:xfrm>
            <a:off x="5755476" y="315233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Connecteur droit 433">
            <a:extLst>
              <a:ext uri="{FF2B5EF4-FFF2-40B4-BE49-F238E27FC236}">
                <a16:creationId xmlns:a16="http://schemas.microsoft.com/office/drawing/2014/main" id="{D40453B5-807C-4D71-AEC4-0F2881E6D9EB}"/>
              </a:ext>
            </a:extLst>
          </p:cNvPr>
          <p:cNvCxnSpPr>
            <a:cxnSpLocks/>
          </p:cNvCxnSpPr>
          <p:nvPr/>
        </p:nvCxnSpPr>
        <p:spPr>
          <a:xfrm>
            <a:off x="5779744" y="315806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Connecteur droit 434">
            <a:extLst>
              <a:ext uri="{FF2B5EF4-FFF2-40B4-BE49-F238E27FC236}">
                <a16:creationId xmlns:a16="http://schemas.microsoft.com/office/drawing/2014/main" id="{50BBF238-9E3E-493C-B87B-193601ADCE38}"/>
              </a:ext>
            </a:extLst>
          </p:cNvPr>
          <p:cNvCxnSpPr>
            <a:cxnSpLocks/>
          </p:cNvCxnSpPr>
          <p:nvPr/>
        </p:nvCxnSpPr>
        <p:spPr>
          <a:xfrm>
            <a:off x="5769245" y="3148909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onnecteur droit 435">
            <a:extLst>
              <a:ext uri="{FF2B5EF4-FFF2-40B4-BE49-F238E27FC236}">
                <a16:creationId xmlns:a16="http://schemas.microsoft.com/office/drawing/2014/main" id="{200EC31F-A227-44FD-B8E3-0CB80A391C4B}"/>
              </a:ext>
            </a:extLst>
          </p:cNvPr>
          <p:cNvCxnSpPr>
            <a:cxnSpLocks/>
          </p:cNvCxnSpPr>
          <p:nvPr/>
        </p:nvCxnSpPr>
        <p:spPr>
          <a:xfrm>
            <a:off x="5739400" y="3162889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Connecteur droit 436">
            <a:extLst>
              <a:ext uri="{FF2B5EF4-FFF2-40B4-BE49-F238E27FC236}">
                <a16:creationId xmlns:a16="http://schemas.microsoft.com/office/drawing/2014/main" id="{6D844732-3261-4643-84F4-5C751A003174}"/>
              </a:ext>
            </a:extLst>
          </p:cNvPr>
          <p:cNvCxnSpPr>
            <a:cxnSpLocks/>
          </p:cNvCxnSpPr>
          <p:nvPr/>
        </p:nvCxnSpPr>
        <p:spPr>
          <a:xfrm>
            <a:off x="5768983" y="317961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Connecteur droit 437">
            <a:extLst>
              <a:ext uri="{FF2B5EF4-FFF2-40B4-BE49-F238E27FC236}">
                <a16:creationId xmlns:a16="http://schemas.microsoft.com/office/drawing/2014/main" id="{174F0DD9-7C5B-4D13-B3B4-50163DFF35CA}"/>
              </a:ext>
            </a:extLst>
          </p:cNvPr>
          <p:cNvCxnSpPr>
            <a:cxnSpLocks/>
          </p:cNvCxnSpPr>
          <p:nvPr/>
        </p:nvCxnSpPr>
        <p:spPr>
          <a:xfrm>
            <a:off x="5841787" y="3142559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onnecteur droit 438">
            <a:extLst>
              <a:ext uri="{FF2B5EF4-FFF2-40B4-BE49-F238E27FC236}">
                <a16:creationId xmlns:a16="http://schemas.microsoft.com/office/drawing/2014/main" id="{534A1086-80B8-4AD9-97F1-CD6CDA8C2010}"/>
              </a:ext>
            </a:extLst>
          </p:cNvPr>
          <p:cNvCxnSpPr>
            <a:cxnSpLocks/>
          </p:cNvCxnSpPr>
          <p:nvPr/>
        </p:nvCxnSpPr>
        <p:spPr>
          <a:xfrm>
            <a:off x="5779901" y="3157402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onnecteur droit 439">
            <a:extLst>
              <a:ext uri="{FF2B5EF4-FFF2-40B4-BE49-F238E27FC236}">
                <a16:creationId xmlns:a16="http://schemas.microsoft.com/office/drawing/2014/main" id="{ECF2A15F-5055-4CBE-9E7D-3D97D544988F}"/>
              </a:ext>
            </a:extLst>
          </p:cNvPr>
          <p:cNvCxnSpPr>
            <a:cxnSpLocks/>
          </p:cNvCxnSpPr>
          <p:nvPr/>
        </p:nvCxnSpPr>
        <p:spPr>
          <a:xfrm flipV="1">
            <a:off x="5784850" y="3147904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Connecteur droit 440">
            <a:extLst>
              <a:ext uri="{FF2B5EF4-FFF2-40B4-BE49-F238E27FC236}">
                <a16:creationId xmlns:a16="http://schemas.microsoft.com/office/drawing/2014/main" id="{E032C350-945C-4B65-BEDD-D12A1BB558D8}"/>
              </a:ext>
            </a:extLst>
          </p:cNvPr>
          <p:cNvCxnSpPr>
            <a:cxnSpLocks/>
          </p:cNvCxnSpPr>
          <p:nvPr/>
        </p:nvCxnSpPr>
        <p:spPr>
          <a:xfrm flipH="1" flipV="1">
            <a:off x="5737869" y="3132584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Connecteur droit 441">
            <a:extLst>
              <a:ext uri="{FF2B5EF4-FFF2-40B4-BE49-F238E27FC236}">
                <a16:creationId xmlns:a16="http://schemas.microsoft.com/office/drawing/2014/main" id="{55CAC064-E700-41C1-8A01-4F36796B7704}"/>
              </a:ext>
            </a:extLst>
          </p:cNvPr>
          <p:cNvCxnSpPr>
            <a:cxnSpLocks/>
          </p:cNvCxnSpPr>
          <p:nvPr/>
        </p:nvCxnSpPr>
        <p:spPr>
          <a:xfrm flipH="1" flipV="1">
            <a:off x="5808839" y="3122649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Connecteur droit 442">
            <a:extLst>
              <a:ext uri="{FF2B5EF4-FFF2-40B4-BE49-F238E27FC236}">
                <a16:creationId xmlns:a16="http://schemas.microsoft.com/office/drawing/2014/main" id="{DD2B75F0-5265-494D-B3CD-F9BC74E6718F}"/>
              </a:ext>
            </a:extLst>
          </p:cNvPr>
          <p:cNvCxnSpPr>
            <a:cxnSpLocks/>
          </p:cNvCxnSpPr>
          <p:nvPr/>
        </p:nvCxnSpPr>
        <p:spPr>
          <a:xfrm flipH="1" flipV="1">
            <a:off x="5731672" y="3177193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necteur droit 443">
            <a:extLst>
              <a:ext uri="{FF2B5EF4-FFF2-40B4-BE49-F238E27FC236}">
                <a16:creationId xmlns:a16="http://schemas.microsoft.com/office/drawing/2014/main" id="{C2C4636A-3D1D-494F-B7DB-1EBEB88DDA77}"/>
              </a:ext>
            </a:extLst>
          </p:cNvPr>
          <p:cNvCxnSpPr>
            <a:cxnSpLocks/>
          </p:cNvCxnSpPr>
          <p:nvPr/>
        </p:nvCxnSpPr>
        <p:spPr>
          <a:xfrm flipV="1">
            <a:off x="5780680" y="3192795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5" name="Connecteur droit 444">
            <a:extLst>
              <a:ext uri="{FF2B5EF4-FFF2-40B4-BE49-F238E27FC236}">
                <a16:creationId xmlns:a16="http://schemas.microsoft.com/office/drawing/2014/main" id="{89143964-ABC6-4CE5-BE51-CA0005A4274C}"/>
              </a:ext>
            </a:extLst>
          </p:cNvPr>
          <p:cNvCxnSpPr>
            <a:cxnSpLocks/>
          </p:cNvCxnSpPr>
          <p:nvPr/>
        </p:nvCxnSpPr>
        <p:spPr>
          <a:xfrm flipV="1">
            <a:off x="5733890" y="3127387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Connecteur droit 445">
            <a:extLst>
              <a:ext uri="{FF2B5EF4-FFF2-40B4-BE49-F238E27FC236}">
                <a16:creationId xmlns:a16="http://schemas.microsoft.com/office/drawing/2014/main" id="{DFF0772E-C74B-42AE-A24C-60AD9D6EFB43}"/>
              </a:ext>
            </a:extLst>
          </p:cNvPr>
          <p:cNvCxnSpPr>
            <a:cxnSpLocks/>
          </p:cNvCxnSpPr>
          <p:nvPr/>
        </p:nvCxnSpPr>
        <p:spPr>
          <a:xfrm flipV="1">
            <a:off x="5728489" y="3121184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Connecteur droit 470">
            <a:extLst>
              <a:ext uri="{FF2B5EF4-FFF2-40B4-BE49-F238E27FC236}">
                <a16:creationId xmlns:a16="http://schemas.microsoft.com/office/drawing/2014/main" id="{CB43EBA3-9469-45F7-BCB6-A5329720117E}"/>
              </a:ext>
            </a:extLst>
          </p:cNvPr>
          <p:cNvCxnSpPr>
            <a:cxnSpLocks/>
          </p:cNvCxnSpPr>
          <p:nvPr/>
        </p:nvCxnSpPr>
        <p:spPr>
          <a:xfrm>
            <a:off x="5384025" y="3799755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Connecteur droit 471">
            <a:extLst>
              <a:ext uri="{FF2B5EF4-FFF2-40B4-BE49-F238E27FC236}">
                <a16:creationId xmlns:a16="http://schemas.microsoft.com/office/drawing/2014/main" id="{1BE382B3-F6B5-4FC9-8015-AB0331002B63}"/>
              </a:ext>
            </a:extLst>
          </p:cNvPr>
          <p:cNvCxnSpPr>
            <a:cxnSpLocks/>
          </p:cNvCxnSpPr>
          <p:nvPr/>
        </p:nvCxnSpPr>
        <p:spPr>
          <a:xfrm>
            <a:off x="5322139" y="3814598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Connecteur droit 472">
            <a:extLst>
              <a:ext uri="{FF2B5EF4-FFF2-40B4-BE49-F238E27FC236}">
                <a16:creationId xmlns:a16="http://schemas.microsoft.com/office/drawing/2014/main" id="{D9CF9AE2-6AED-45F4-8D5D-3792F0B14899}"/>
              </a:ext>
            </a:extLst>
          </p:cNvPr>
          <p:cNvCxnSpPr>
            <a:cxnSpLocks/>
          </p:cNvCxnSpPr>
          <p:nvPr/>
        </p:nvCxnSpPr>
        <p:spPr>
          <a:xfrm flipV="1">
            <a:off x="5322139" y="3805000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Connecteur droit 474">
            <a:extLst>
              <a:ext uri="{FF2B5EF4-FFF2-40B4-BE49-F238E27FC236}">
                <a16:creationId xmlns:a16="http://schemas.microsoft.com/office/drawing/2014/main" id="{885D38ED-0EBA-4C83-A1EA-9BDDB378E35C}"/>
              </a:ext>
            </a:extLst>
          </p:cNvPr>
          <p:cNvCxnSpPr>
            <a:cxnSpLocks/>
          </p:cNvCxnSpPr>
          <p:nvPr/>
        </p:nvCxnSpPr>
        <p:spPr>
          <a:xfrm flipH="1" flipV="1">
            <a:off x="5280107" y="3789780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Connecteur droit 481">
            <a:extLst>
              <a:ext uri="{FF2B5EF4-FFF2-40B4-BE49-F238E27FC236}">
                <a16:creationId xmlns:a16="http://schemas.microsoft.com/office/drawing/2014/main" id="{E5CE3DE6-9985-4A68-9DA6-EE7487F6A448}"/>
              </a:ext>
            </a:extLst>
          </p:cNvPr>
          <p:cNvCxnSpPr>
            <a:cxnSpLocks/>
          </p:cNvCxnSpPr>
          <p:nvPr/>
        </p:nvCxnSpPr>
        <p:spPr>
          <a:xfrm flipH="1" flipV="1">
            <a:off x="5351077" y="3779845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Connecteur droit 482">
            <a:extLst>
              <a:ext uri="{FF2B5EF4-FFF2-40B4-BE49-F238E27FC236}">
                <a16:creationId xmlns:a16="http://schemas.microsoft.com/office/drawing/2014/main" id="{4BF19D01-9A43-42AC-9A19-0B880826C824}"/>
              </a:ext>
            </a:extLst>
          </p:cNvPr>
          <p:cNvCxnSpPr>
            <a:cxnSpLocks/>
          </p:cNvCxnSpPr>
          <p:nvPr/>
        </p:nvCxnSpPr>
        <p:spPr>
          <a:xfrm flipH="1" flipV="1">
            <a:off x="5273910" y="3834389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Connecteur droit 483">
            <a:extLst>
              <a:ext uri="{FF2B5EF4-FFF2-40B4-BE49-F238E27FC236}">
                <a16:creationId xmlns:a16="http://schemas.microsoft.com/office/drawing/2014/main" id="{7E5CF68B-4A15-40BF-B455-DB0A4CBE6F9F}"/>
              </a:ext>
            </a:extLst>
          </p:cNvPr>
          <p:cNvCxnSpPr>
            <a:cxnSpLocks/>
          </p:cNvCxnSpPr>
          <p:nvPr/>
        </p:nvCxnSpPr>
        <p:spPr>
          <a:xfrm flipV="1">
            <a:off x="5322918" y="3849991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Connecteur droit 484">
            <a:extLst>
              <a:ext uri="{FF2B5EF4-FFF2-40B4-BE49-F238E27FC236}">
                <a16:creationId xmlns:a16="http://schemas.microsoft.com/office/drawing/2014/main" id="{0BB31055-4C85-46E8-9D62-BB564840C0D2}"/>
              </a:ext>
            </a:extLst>
          </p:cNvPr>
          <p:cNvCxnSpPr>
            <a:cxnSpLocks/>
          </p:cNvCxnSpPr>
          <p:nvPr/>
        </p:nvCxnSpPr>
        <p:spPr>
          <a:xfrm flipV="1">
            <a:off x="5276128" y="3784583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Connecteur droit 485">
            <a:extLst>
              <a:ext uri="{FF2B5EF4-FFF2-40B4-BE49-F238E27FC236}">
                <a16:creationId xmlns:a16="http://schemas.microsoft.com/office/drawing/2014/main" id="{794CBC53-0941-40F5-8408-C4D7236965CF}"/>
              </a:ext>
            </a:extLst>
          </p:cNvPr>
          <p:cNvCxnSpPr>
            <a:cxnSpLocks/>
          </p:cNvCxnSpPr>
          <p:nvPr/>
        </p:nvCxnSpPr>
        <p:spPr>
          <a:xfrm flipV="1">
            <a:off x="5270727" y="3778380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Connecteur droit 486">
            <a:extLst>
              <a:ext uri="{FF2B5EF4-FFF2-40B4-BE49-F238E27FC236}">
                <a16:creationId xmlns:a16="http://schemas.microsoft.com/office/drawing/2014/main" id="{0DC41821-4F1D-4638-B98B-CD6FD1F75F08}"/>
              </a:ext>
            </a:extLst>
          </p:cNvPr>
          <p:cNvCxnSpPr>
            <a:cxnSpLocks/>
          </p:cNvCxnSpPr>
          <p:nvPr/>
        </p:nvCxnSpPr>
        <p:spPr>
          <a:xfrm>
            <a:off x="5330618" y="3846517"/>
            <a:ext cx="53407" cy="6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Connecteur droit 487">
            <a:extLst>
              <a:ext uri="{FF2B5EF4-FFF2-40B4-BE49-F238E27FC236}">
                <a16:creationId xmlns:a16="http://schemas.microsoft.com/office/drawing/2014/main" id="{DC3493A1-9CD3-4E02-AB10-6CA9B22A5DBD}"/>
              </a:ext>
            </a:extLst>
          </p:cNvPr>
          <p:cNvCxnSpPr>
            <a:cxnSpLocks/>
          </p:cNvCxnSpPr>
          <p:nvPr/>
        </p:nvCxnSpPr>
        <p:spPr>
          <a:xfrm>
            <a:off x="5328398" y="3832035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Connecteur droit 488">
            <a:extLst>
              <a:ext uri="{FF2B5EF4-FFF2-40B4-BE49-F238E27FC236}">
                <a16:creationId xmlns:a16="http://schemas.microsoft.com/office/drawing/2014/main" id="{E2C163F4-8598-489F-8883-900B555DCE1C}"/>
              </a:ext>
            </a:extLst>
          </p:cNvPr>
          <p:cNvCxnSpPr>
            <a:cxnSpLocks/>
          </p:cNvCxnSpPr>
          <p:nvPr/>
        </p:nvCxnSpPr>
        <p:spPr>
          <a:xfrm>
            <a:off x="5283729" y="3821609"/>
            <a:ext cx="61363" cy="105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Connecteur droit 489">
            <a:extLst>
              <a:ext uri="{FF2B5EF4-FFF2-40B4-BE49-F238E27FC236}">
                <a16:creationId xmlns:a16="http://schemas.microsoft.com/office/drawing/2014/main" id="{BE3A1EC7-C1F9-49FD-BC5B-E5C116052B2A}"/>
              </a:ext>
            </a:extLst>
          </p:cNvPr>
          <p:cNvCxnSpPr>
            <a:cxnSpLocks/>
          </p:cNvCxnSpPr>
          <p:nvPr/>
        </p:nvCxnSpPr>
        <p:spPr>
          <a:xfrm>
            <a:off x="5296935" y="3806165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Connecteur droit 490">
            <a:extLst>
              <a:ext uri="{FF2B5EF4-FFF2-40B4-BE49-F238E27FC236}">
                <a16:creationId xmlns:a16="http://schemas.microsoft.com/office/drawing/2014/main" id="{F6C9691E-749B-4BE6-8EB3-25FA1FFA3402}"/>
              </a:ext>
            </a:extLst>
          </p:cNvPr>
          <p:cNvCxnSpPr>
            <a:cxnSpLocks/>
          </p:cNvCxnSpPr>
          <p:nvPr/>
        </p:nvCxnSpPr>
        <p:spPr>
          <a:xfrm>
            <a:off x="5321203" y="3811893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Connecteur droit 491">
            <a:extLst>
              <a:ext uri="{FF2B5EF4-FFF2-40B4-BE49-F238E27FC236}">
                <a16:creationId xmlns:a16="http://schemas.microsoft.com/office/drawing/2014/main" id="{260B14E5-6D28-4723-8FB0-B2748D9D6869}"/>
              </a:ext>
            </a:extLst>
          </p:cNvPr>
          <p:cNvCxnSpPr>
            <a:cxnSpLocks/>
          </p:cNvCxnSpPr>
          <p:nvPr/>
        </p:nvCxnSpPr>
        <p:spPr>
          <a:xfrm>
            <a:off x="5310704" y="380274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Connecteur droit 492">
            <a:extLst>
              <a:ext uri="{FF2B5EF4-FFF2-40B4-BE49-F238E27FC236}">
                <a16:creationId xmlns:a16="http://schemas.microsoft.com/office/drawing/2014/main" id="{8EA15695-E0BD-4BBE-9928-5698C751C7FF}"/>
              </a:ext>
            </a:extLst>
          </p:cNvPr>
          <p:cNvCxnSpPr>
            <a:cxnSpLocks/>
          </p:cNvCxnSpPr>
          <p:nvPr/>
        </p:nvCxnSpPr>
        <p:spPr>
          <a:xfrm>
            <a:off x="5280859" y="3816721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Connecteur droit 493">
            <a:extLst>
              <a:ext uri="{FF2B5EF4-FFF2-40B4-BE49-F238E27FC236}">
                <a16:creationId xmlns:a16="http://schemas.microsoft.com/office/drawing/2014/main" id="{AB566D3C-64D2-41E7-AAD4-E9DB5B11AB8F}"/>
              </a:ext>
            </a:extLst>
          </p:cNvPr>
          <p:cNvCxnSpPr>
            <a:cxnSpLocks/>
          </p:cNvCxnSpPr>
          <p:nvPr/>
        </p:nvCxnSpPr>
        <p:spPr>
          <a:xfrm>
            <a:off x="5310442" y="3833445"/>
            <a:ext cx="53407" cy="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Connecteur droit 494">
            <a:extLst>
              <a:ext uri="{FF2B5EF4-FFF2-40B4-BE49-F238E27FC236}">
                <a16:creationId xmlns:a16="http://schemas.microsoft.com/office/drawing/2014/main" id="{B1B6D888-79A3-47FC-8830-252042D8D78F}"/>
              </a:ext>
            </a:extLst>
          </p:cNvPr>
          <p:cNvCxnSpPr>
            <a:cxnSpLocks/>
          </p:cNvCxnSpPr>
          <p:nvPr/>
        </p:nvCxnSpPr>
        <p:spPr>
          <a:xfrm>
            <a:off x="5383246" y="3796391"/>
            <a:ext cx="0" cy="571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Connecteur droit 501">
            <a:extLst>
              <a:ext uri="{FF2B5EF4-FFF2-40B4-BE49-F238E27FC236}">
                <a16:creationId xmlns:a16="http://schemas.microsoft.com/office/drawing/2014/main" id="{B6E9DE4D-6E8D-4AB7-9053-3ECD15C7E7A6}"/>
              </a:ext>
            </a:extLst>
          </p:cNvPr>
          <p:cNvCxnSpPr>
            <a:cxnSpLocks/>
          </p:cNvCxnSpPr>
          <p:nvPr/>
        </p:nvCxnSpPr>
        <p:spPr>
          <a:xfrm>
            <a:off x="5321360" y="3811234"/>
            <a:ext cx="0" cy="423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Connecteur droit 502">
            <a:extLst>
              <a:ext uri="{FF2B5EF4-FFF2-40B4-BE49-F238E27FC236}">
                <a16:creationId xmlns:a16="http://schemas.microsoft.com/office/drawing/2014/main" id="{A50C473D-C8E9-4EDD-97BD-D8B0A2F192CE}"/>
              </a:ext>
            </a:extLst>
          </p:cNvPr>
          <p:cNvCxnSpPr>
            <a:cxnSpLocks/>
          </p:cNvCxnSpPr>
          <p:nvPr/>
        </p:nvCxnSpPr>
        <p:spPr>
          <a:xfrm flipV="1">
            <a:off x="5326309" y="3801736"/>
            <a:ext cx="65082" cy="7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Connecteur droit 503">
            <a:extLst>
              <a:ext uri="{FF2B5EF4-FFF2-40B4-BE49-F238E27FC236}">
                <a16:creationId xmlns:a16="http://schemas.microsoft.com/office/drawing/2014/main" id="{8011B2D1-3F04-475B-9152-220DD62AC118}"/>
              </a:ext>
            </a:extLst>
          </p:cNvPr>
          <p:cNvCxnSpPr>
            <a:cxnSpLocks/>
          </p:cNvCxnSpPr>
          <p:nvPr/>
        </p:nvCxnSpPr>
        <p:spPr>
          <a:xfrm flipH="1" flipV="1">
            <a:off x="5279328" y="3786416"/>
            <a:ext cx="52316" cy="28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Connecteur droit 504">
            <a:extLst>
              <a:ext uri="{FF2B5EF4-FFF2-40B4-BE49-F238E27FC236}">
                <a16:creationId xmlns:a16="http://schemas.microsoft.com/office/drawing/2014/main" id="{F135A60E-9CCF-4428-A943-A677D606175B}"/>
              </a:ext>
            </a:extLst>
          </p:cNvPr>
          <p:cNvCxnSpPr>
            <a:cxnSpLocks/>
          </p:cNvCxnSpPr>
          <p:nvPr/>
        </p:nvCxnSpPr>
        <p:spPr>
          <a:xfrm flipH="1" flipV="1">
            <a:off x="5350298" y="3776481"/>
            <a:ext cx="36300" cy="22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Connecteur droit 505">
            <a:extLst>
              <a:ext uri="{FF2B5EF4-FFF2-40B4-BE49-F238E27FC236}">
                <a16:creationId xmlns:a16="http://schemas.microsoft.com/office/drawing/2014/main" id="{9185C0EB-0737-440B-9F52-2BF3EA5507E6}"/>
              </a:ext>
            </a:extLst>
          </p:cNvPr>
          <p:cNvCxnSpPr>
            <a:cxnSpLocks/>
          </p:cNvCxnSpPr>
          <p:nvPr/>
        </p:nvCxnSpPr>
        <p:spPr>
          <a:xfrm flipH="1" flipV="1">
            <a:off x="5273131" y="3831025"/>
            <a:ext cx="55762" cy="255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Connecteur droit 506">
            <a:extLst>
              <a:ext uri="{FF2B5EF4-FFF2-40B4-BE49-F238E27FC236}">
                <a16:creationId xmlns:a16="http://schemas.microsoft.com/office/drawing/2014/main" id="{C5D7C04E-4218-4140-B280-896D679FEACD}"/>
              </a:ext>
            </a:extLst>
          </p:cNvPr>
          <p:cNvCxnSpPr>
            <a:cxnSpLocks/>
          </p:cNvCxnSpPr>
          <p:nvPr/>
        </p:nvCxnSpPr>
        <p:spPr>
          <a:xfrm flipV="1">
            <a:off x="5322139" y="3846627"/>
            <a:ext cx="65082" cy="72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8" name="Connecteur droit 507">
            <a:extLst>
              <a:ext uri="{FF2B5EF4-FFF2-40B4-BE49-F238E27FC236}">
                <a16:creationId xmlns:a16="http://schemas.microsoft.com/office/drawing/2014/main" id="{2C07108A-9C20-426F-B938-BB2A66E36CE0}"/>
              </a:ext>
            </a:extLst>
          </p:cNvPr>
          <p:cNvCxnSpPr>
            <a:cxnSpLocks/>
          </p:cNvCxnSpPr>
          <p:nvPr/>
        </p:nvCxnSpPr>
        <p:spPr>
          <a:xfrm flipV="1">
            <a:off x="5275349" y="3781219"/>
            <a:ext cx="1845" cy="545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Connecteur droit 508">
            <a:extLst>
              <a:ext uri="{FF2B5EF4-FFF2-40B4-BE49-F238E27FC236}">
                <a16:creationId xmlns:a16="http://schemas.microsoft.com/office/drawing/2014/main" id="{43F31299-4CBB-4B44-8C8D-DE5DF0B3FEBE}"/>
              </a:ext>
            </a:extLst>
          </p:cNvPr>
          <p:cNvCxnSpPr>
            <a:cxnSpLocks/>
          </p:cNvCxnSpPr>
          <p:nvPr/>
        </p:nvCxnSpPr>
        <p:spPr>
          <a:xfrm flipV="1">
            <a:off x="5269948" y="3775016"/>
            <a:ext cx="83953" cy="9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Parallélogramme 787">
            <a:extLst>
              <a:ext uri="{FF2B5EF4-FFF2-40B4-BE49-F238E27FC236}">
                <a16:creationId xmlns:a16="http://schemas.microsoft.com/office/drawing/2014/main" id="{63111FEA-6971-4419-9B9D-86BA0F479DC7}"/>
              </a:ext>
            </a:extLst>
          </p:cNvPr>
          <p:cNvSpPr/>
          <p:nvPr/>
        </p:nvSpPr>
        <p:spPr>
          <a:xfrm rot="12360215">
            <a:off x="6662626" y="3572904"/>
            <a:ext cx="176304" cy="74376"/>
          </a:xfrm>
          <a:custGeom>
            <a:avLst/>
            <a:gdLst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635616 w 635616"/>
              <a:gd name="connsiteY2" fmla="*/ 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43224 h 243224"/>
              <a:gd name="connsiteX1" fmla="*/ 0 w 635616"/>
              <a:gd name="connsiteY1" fmla="*/ 1109 h 243224"/>
              <a:gd name="connsiteX2" fmla="*/ 522478 w 635616"/>
              <a:gd name="connsiteY2" fmla="*/ 0 h 243224"/>
              <a:gd name="connsiteX3" fmla="*/ 635616 w 635616"/>
              <a:gd name="connsiteY3" fmla="*/ 243224 h 243224"/>
              <a:gd name="connsiteX4" fmla="*/ 0 w 635616"/>
              <a:gd name="connsiteY4" fmla="*/ 243224 h 243224"/>
              <a:gd name="connsiteX0" fmla="*/ 0 w 635616"/>
              <a:gd name="connsiteY0" fmla="*/ 242115 h 242115"/>
              <a:gd name="connsiteX1" fmla="*/ 0 w 635616"/>
              <a:gd name="connsiteY1" fmla="*/ 0 h 242115"/>
              <a:gd name="connsiteX2" fmla="*/ 470203 w 635616"/>
              <a:gd name="connsiteY2" fmla="*/ 14470 h 242115"/>
              <a:gd name="connsiteX3" fmla="*/ 635616 w 635616"/>
              <a:gd name="connsiteY3" fmla="*/ 242115 h 242115"/>
              <a:gd name="connsiteX4" fmla="*/ 0 w 635616"/>
              <a:gd name="connsiteY4" fmla="*/ 242115 h 242115"/>
              <a:gd name="connsiteX0" fmla="*/ 0 w 635616"/>
              <a:gd name="connsiteY0" fmla="*/ 257243 h 257243"/>
              <a:gd name="connsiteX1" fmla="*/ 0 w 635616"/>
              <a:gd name="connsiteY1" fmla="*/ 15128 h 257243"/>
              <a:gd name="connsiteX2" fmla="*/ 520165 w 635616"/>
              <a:gd name="connsiteY2" fmla="*/ 0 h 257243"/>
              <a:gd name="connsiteX3" fmla="*/ 635616 w 635616"/>
              <a:gd name="connsiteY3" fmla="*/ 257243 h 257243"/>
              <a:gd name="connsiteX4" fmla="*/ 0 w 635616"/>
              <a:gd name="connsiteY4" fmla="*/ 257243 h 257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616" h="257243">
                <a:moveTo>
                  <a:pt x="0" y="257243"/>
                </a:moveTo>
                <a:lnTo>
                  <a:pt x="0" y="15128"/>
                </a:lnTo>
                <a:lnTo>
                  <a:pt x="520165" y="0"/>
                </a:lnTo>
                <a:lnTo>
                  <a:pt x="635616" y="257243"/>
                </a:lnTo>
                <a:lnTo>
                  <a:pt x="0" y="257243"/>
                </a:lnTo>
                <a:close/>
              </a:path>
            </a:pathLst>
          </a:custGeom>
          <a:blipFill>
            <a:blip r:embed="rId3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2" name="Cube 511">
            <a:extLst>
              <a:ext uri="{FF2B5EF4-FFF2-40B4-BE49-F238E27FC236}">
                <a16:creationId xmlns:a16="http://schemas.microsoft.com/office/drawing/2014/main" id="{FC83298C-9B29-4A69-A0F4-7AFBDD9F2321}"/>
              </a:ext>
            </a:extLst>
          </p:cNvPr>
          <p:cNvSpPr/>
          <p:nvPr/>
        </p:nvSpPr>
        <p:spPr>
          <a:xfrm rot="21248475" flipH="1">
            <a:off x="7172256" y="1716877"/>
            <a:ext cx="1316750" cy="1016960"/>
          </a:xfrm>
          <a:prstGeom prst="cube">
            <a:avLst>
              <a:gd name="adj" fmla="val 33775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6" name="Cube 555">
            <a:extLst>
              <a:ext uri="{FF2B5EF4-FFF2-40B4-BE49-F238E27FC236}">
                <a16:creationId xmlns:a16="http://schemas.microsoft.com/office/drawing/2014/main" id="{A15B7FB2-B3F2-4FE1-85B0-A0E5146F0F43}"/>
              </a:ext>
            </a:extLst>
          </p:cNvPr>
          <p:cNvSpPr/>
          <p:nvPr/>
        </p:nvSpPr>
        <p:spPr>
          <a:xfrm rot="21248475" flipH="1">
            <a:off x="5999533" y="1919613"/>
            <a:ext cx="580229" cy="935878"/>
          </a:xfrm>
          <a:prstGeom prst="cube">
            <a:avLst>
              <a:gd name="adj" fmla="val 24729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7" name="Cube 556">
            <a:extLst>
              <a:ext uri="{FF2B5EF4-FFF2-40B4-BE49-F238E27FC236}">
                <a16:creationId xmlns:a16="http://schemas.microsoft.com/office/drawing/2014/main" id="{F4DC690D-0616-45C4-BA23-FC3ABC7CEA89}"/>
              </a:ext>
            </a:extLst>
          </p:cNvPr>
          <p:cNvSpPr/>
          <p:nvPr/>
        </p:nvSpPr>
        <p:spPr>
          <a:xfrm rot="21248475" flipH="1">
            <a:off x="3274038" y="2281016"/>
            <a:ext cx="1186203" cy="874065"/>
          </a:xfrm>
          <a:prstGeom prst="cube">
            <a:avLst>
              <a:gd name="adj" fmla="val 67800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8" name="Cube 557">
            <a:extLst>
              <a:ext uri="{FF2B5EF4-FFF2-40B4-BE49-F238E27FC236}">
                <a16:creationId xmlns:a16="http://schemas.microsoft.com/office/drawing/2014/main" id="{2AA35A0B-AF54-4054-820B-5AB72DB74F13}"/>
              </a:ext>
            </a:extLst>
          </p:cNvPr>
          <p:cNvSpPr/>
          <p:nvPr/>
        </p:nvSpPr>
        <p:spPr>
          <a:xfrm rot="21248475" flipH="1">
            <a:off x="4613059" y="2414249"/>
            <a:ext cx="1095514" cy="486032"/>
          </a:xfrm>
          <a:prstGeom prst="cube">
            <a:avLst>
              <a:gd name="adj" fmla="val 87881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60" name="Connecteur droit 559">
            <a:extLst>
              <a:ext uri="{FF2B5EF4-FFF2-40B4-BE49-F238E27FC236}">
                <a16:creationId xmlns:a16="http://schemas.microsoft.com/office/drawing/2014/main" id="{56DA2BB2-331B-47BC-84F2-7B535CACBFDB}"/>
              </a:ext>
            </a:extLst>
          </p:cNvPr>
          <p:cNvCxnSpPr>
            <a:cxnSpLocks/>
          </p:cNvCxnSpPr>
          <p:nvPr/>
        </p:nvCxnSpPr>
        <p:spPr>
          <a:xfrm flipH="1">
            <a:off x="6582544" y="1775298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Connecteur droit 560">
            <a:extLst>
              <a:ext uri="{FF2B5EF4-FFF2-40B4-BE49-F238E27FC236}">
                <a16:creationId xmlns:a16="http://schemas.microsoft.com/office/drawing/2014/main" id="{6610E94B-7B71-4391-A3FB-DE1FBA0E9686}"/>
              </a:ext>
            </a:extLst>
          </p:cNvPr>
          <p:cNvCxnSpPr>
            <a:cxnSpLocks/>
          </p:cNvCxnSpPr>
          <p:nvPr/>
        </p:nvCxnSpPr>
        <p:spPr>
          <a:xfrm flipH="1">
            <a:off x="6686471" y="1840235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Connecteur droit 561">
            <a:extLst>
              <a:ext uri="{FF2B5EF4-FFF2-40B4-BE49-F238E27FC236}">
                <a16:creationId xmlns:a16="http://schemas.microsoft.com/office/drawing/2014/main" id="{863A7966-46F3-4E3B-88D2-80B200ACF80B}"/>
              </a:ext>
            </a:extLst>
          </p:cNvPr>
          <p:cNvCxnSpPr>
            <a:cxnSpLocks/>
          </p:cNvCxnSpPr>
          <p:nvPr/>
        </p:nvCxnSpPr>
        <p:spPr>
          <a:xfrm>
            <a:off x="6582544" y="1799988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Connecteur droit 563">
            <a:extLst>
              <a:ext uri="{FF2B5EF4-FFF2-40B4-BE49-F238E27FC236}">
                <a16:creationId xmlns:a16="http://schemas.microsoft.com/office/drawing/2014/main" id="{8BBEBD19-AA3C-4498-B8F0-B1C297B1FE85}"/>
              </a:ext>
            </a:extLst>
          </p:cNvPr>
          <p:cNvCxnSpPr>
            <a:cxnSpLocks/>
          </p:cNvCxnSpPr>
          <p:nvPr/>
        </p:nvCxnSpPr>
        <p:spPr>
          <a:xfrm>
            <a:off x="6582544" y="1794730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Connecteur droit 564">
            <a:extLst>
              <a:ext uri="{FF2B5EF4-FFF2-40B4-BE49-F238E27FC236}">
                <a16:creationId xmlns:a16="http://schemas.microsoft.com/office/drawing/2014/main" id="{B5CCE668-8FBF-455C-AB75-000CBD155724}"/>
              </a:ext>
            </a:extLst>
          </p:cNvPr>
          <p:cNvCxnSpPr>
            <a:cxnSpLocks/>
          </p:cNvCxnSpPr>
          <p:nvPr/>
        </p:nvCxnSpPr>
        <p:spPr>
          <a:xfrm>
            <a:off x="6686856" y="1856464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Connecteur droit 565">
            <a:extLst>
              <a:ext uri="{FF2B5EF4-FFF2-40B4-BE49-F238E27FC236}">
                <a16:creationId xmlns:a16="http://schemas.microsoft.com/office/drawing/2014/main" id="{26E41DA7-D3E0-4FDD-86ED-8054A52D513C}"/>
              </a:ext>
            </a:extLst>
          </p:cNvPr>
          <p:cNvCxnSpPr>
            <a:cxnSpLocks/>
          </p:cNvCxnSpPr>
          <p:nvPr/>
        </p:nvCxnSpPr>
        <p:spPr>
          <a:xfrm flipH="1">
            <a:off x="6686471" y="1872717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Connecteur droit 566">
            <a:extLst>
              <a:ext uri="{FF2B5EF4-FFF2-40B4-BE49-F238E27FC236}">
                <a16:creationId xmlns:a16="http://schemas.microsoft.com/office/drawing/2014/main" id="{4250D28D-4989-4670-A573-6AB77F72624E}"/>
              </a:ext>
            </a:extLst>
          </p:cNvPr>
          <p:cNvCxnSpPr>
            <a:cxnSpLocks/>
          </p:cNvCxnSpPr>
          <p:nvPr/>
        </p:nvCxnSpPr>
        <p:spPr>
          <a:xfrm>
            <a:off x="6580208" y="1833476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Connecteur droit 567">
            <a:extLst>
              <a:ext uri="{FF2B5EF4-FFF2-40B4-BE49-F238E27FC236}">
                <a16:creationId xmlns:a16="http://schemas.microsoft.com/office/drawing/2014/main" id="{72F3CF08-DDA1-4C92-96FA-DE62491D6D48}"/>
              </a:ext>
            </a:extLst>
          </p:cNvPr>
          <p:cNvCxnSpPr>
            <a:cxnSpLocks/>
          </p:cNvCxnSpPr>
          <p:nvPr/>
        </p:nvCxnSpPr>
        <p:spPr>
          <a:xfrm flipV="1">
            <a:off x="6687043" y="1940970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Connecteur droit 568">
            <a:extLst>
              <a:ext uri="{FF2B5EF4-FFF2-40B4-BE49-F238E27FC236}">
                <a16:creationId xmlns:a16="http://schemas.microsoft.com/office/drawing/2014/main" id="{06FB8AFC-89DA-4D83-B517-7A9F46DD7A9C}"/>
              </a:ext>
            </a:extLst>
          </p:cNvPr>
          <p:cNvCxnSpPr>
            <a:cxnSpLocks/>
          </p:cNvCxnSpPr>
          <p:nvPr/>
        </p:nvCxnSpPr>
        <p:spPr>
          <a:xfrm>
            <a:off x="6638098" y="1865654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Connecteur droit 569">
            <a:extLst>
              <a:ext uri="{FF2B5EF4-FFF2-40B4-BE49-F238E27FC236}">
                <a16:creationId xmlns:a16="http://schemas.microsoft.com/office/drawing/2014/main" id="{1A09DB80-94BE-4499-9A41-7C725CC4E5F5}"/>
              </a:ext>
            </a:extLst>
          </p:cNvPr>
          <p:cNvCxnSpPr>
            <a:cxnSpLocks/>
          </p:cNvCxnSpPr>
          <p:nvPr/>
        </p:nvCxnSpPr>
        <p:spPr>
          <a:xfrm>
            <a:off x="6630692" y="1919996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Connecteur droit 570">
            <a:extLst>
              <a:ext uri="{FF2B5EF4-FFF2-40B4-BE49-F238E27FC236}">
                <a16:creationId xmlns:a16="http://schemas.microsoft.com/office/drawing/2014/main" id="{5077B858-EE82-4220-9302-D728474256EB}"/>
              </a:ext>
            </a:extLst>
          </p:cNvPr>
          <p:cNvCxnSpPr>
            <a:cxnSpLocks/>
          </p:cNvCxnSpPr>
          <p:nvPr/>
        </p:nvCxnSpPr>
        <p:spPr>
          <a:xfrm>
            <a:off x="6684135" y="1892219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Connecteur droit 571">
            <a:extLst>
              <a:ext uri="{FF2B5EF4-FFF2-40B4-BE49-F238E27FC236}">
                <a16:creationId xmlns:a16="http://schemas.microsoft.com/office/drawing/2014/main" id="{E44F5E7F-7328-4663-AF92-F8E3C39231E4}"/>
              </a:ext>
            </a:extLst>
          </p:cNvPr>
          <p:cNvCxnSpPr>
            <a:cxnSpLocks/>
          </p:cNvCxnSpPr>
          <p:nvPr/>
        </p:nvCxnSpPr>
        <p:spPr>
          <a:xfrm>
            <a:off x="6748421" y="1891328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Connecteur droit 572">
            <a:extLst>
              <a:ext uri="{FF2B5EF4-FFF2-40B4-BE49-F238E27FC236}">
                <a16:creationId xmlns:a16="http://schemas.microsoft.com/office/drawing/2014/main" id="{A6F6F82A-4B20-4228-A118-F1B81E710C60}"/>
              </a:ext>
            </a:extLst>
          </p:cNvPr>
          <p:cNvCxnSpPr>
            <a:cxnSpLocks/>
          </p:cNvCxnSpPr>
          <p:nvPr/>
        </p:nvCxnSpPr>
        <p:spPr>
          <a:xfrm>
            <a:off x="6648899" y="1907567"/>
            <a:ext cx="43968" cy="267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Connecteur droit 573">
            <a:extLst>
              <a:ext uri="{FF2B5EF4-FFF2-40B4-BE49-F238E27FC236}">
                <a16:creationId xmlns:a16="http://schemas.microsoft.com/office/drawing/2014/main" id="{CB14000B-EDDD-45C2-BF4D-AB9AC90763A5}"/>
              </a:ext>
            </a:extLst>
          </p:cNvPr>
          <p:cNvCxnSpPr>
            <a:cxnSpLocks/>
          </p:cNvCxnSpPr>
          <p:nvPr/>
        </p:nvCxnSpPr>
        <p:spPr>
          <a:xfrm>
            <a:off x="6644752" y="1903620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Connecteur droit 574">
            <a:extLst>
              <a:ext uri="{FF2B5EF4-FFF2-40B4-BE49-F238E27FC236}">
                <a16:creationId xmlns:a16="http://schemas.microsoft.com/office/drawing/2014/main" id="{91CD1E05-FB5E-406E-8B8F-6D88231BDF55}"/>
              </a:ext>
            </a:extLst>
          </p:cNvPr>
          <p:cNvCxnSpPr>
            <a:cxnSpLocks/>
          </p:cNvCxnSpPr>
          <p:nvPr/>
        </p:nvCxnSpPr>
        <p:spPr>
          <a:xfrm>
            <a:off x="6678566" y="1928701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Connecteur droit 575">
            <a:extLst>
              <a:ext uri="{FF2B5EF4-FFF2-40B4-BE49-F238E27FC236}">
                <a16:creationId xmlns:a16="http://schemas.microsoft.com/office/drawing/2014/main" id="{67E9B05B-627C-4FA3-B4E6-984370593697}"/>
              </a:ext>
            </a:extLst>
          </p:cNvPr>
          <p:cNvCxnSpPr>
            <a:cxnSpLocks/>
          </p:cNvCxnSpPr>
          <p:nvPr/>
        </p:nvCxnSpPr>
        <p:spPr>
          <a:xfrm>
            <a:off x="6678838" y="1903620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Connecteur droit 576">
            <a:extLst>
              <a:ext uri="{FF2B5EF4-FFF2-40B4-BE49-F238E27FC236}">
                <a16:creationId xmlns:a16="http://schemas.microsoft.com/office/drawing/2014/main" id="{0DAC36B2-4091-45A2-B685-0EE2CDA0979F}"/>
              </a:ext>
            </a:extLst>
          </p:cNvPr>
          <p:cNvCxnSpPr>
            <a:cxnSpLocks/>
          </p:cNvCxnSpPr>
          <p:nvPr/>
        </p:nvCxnSpPr>
        <p:spPr>
          <a:xfrm>
            <a:off x="6638946" y="1903620"/>
            <a:ext cx="676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Connecteur droit 577">
            <a:extLst>
              <a:ext uri="{FF2B5EF4-FFF2-40B4-BE49-F238E27FC236}">
                <a16:creationId xmlns:a16="http://schemas.microsoft.com/office/drawing/2014/main" id="{AB81F444-F529-4632-85CD-57F85D57336A}"/>
              </a:ext>
            </a:extLst>
          </p:cNvPr>
          <p:cNvCxnSpPr>
            <a:cxnSpLocks/>
          </p:cNvCxnSpPr>
          <p:nvPr/>
        </p:nvCxnSpPr>
        <p:spPr>
          <a:xfrm>
            <a:off x="6638512" y="1884758"/>
            <a:ext cx="61824" cy="31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Connecteur droit 578">
            <a:extLst>
              <a:ext uri="{FF2B5EF4-FFF2-40B4-BE49-F238E27FC236}">
                <a16:creationId xmlns:a16="http://schemas.microsoft.com/office/drawing/2014/main" id="{C0ACC7AD-FFD8-46F9-8E7D-9A6158E978BF}"/>
              </a:ext>
            </a:extLst>
          </p:cNvPr>
          <p:cNvCxnSpPr>
            <a:cxnSpLocks/>
          </p:cNvCxnSpPr>
          <p:nvPr/>
        </p:nvCxnSpPr>
        <p:spPr>
          <a:xfrm flipH="1">
            <a:off x="6583046" y="1777497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Connecteur droit 579">
            <a:extLst>
              <a:ext uri="{FF2B5EF4-FFF2-40B4-BE49-F238E27FC236}">
                <a16:creationId xmlns:a16="http://schemas.microsoft.com/office/drawing/2014/main" id="{8CE630E0-DAB9-46C7-817C-65386D86AA18}"/>
              </a:ext>
            </a:extLst>
          </p:cNvPr>
          <p:cNvCxnSpPr>
            <a:cxnSpLocks/>
          </p:cNvCxnSpPr>
          <p:nvPr/>
        </p:nvCxnSpPr>
        <p:spPr>
          <a:xfrm flipH="1">
            <a:off x="6686973" y="1842434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Connecteur droit 580">
            <a:extLst>
              <a:ext uri="{FF2B5EF4-FFF2-40B4-BE49-F238E27FC236}">
                <a16:creationId xmlns:a16="http://schemas.microsoft.com/office/drawing/2014/main" id="{E0A2F40E-9B6E-4DF9-A134-A4034DA96B00}"/>
              </a:ext>
            </a:extLst>
          </p:cNvPr>
          <p:cNvCxnSpPr>
            <a:cxnSpLocks/>
          </p:cNvCxnSpPr>
          <p:nvPr/>
        </p:nvCxnSpPr>
        <p:spPr>
          <a:xfrm>
            <a:off x="6583046" y="1802187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Connecteur droit 582">
            <a:extLst>
              <a:ext uri="{FF2B5EF4-FFF2-40B4-BE49-F238E27FC236}">
                <a16:creationId xmlns:a16="http://schemas.microsoft.com/office/drawing/2014/main" id="{6F794B85-B8DD-43A7-8921-C4B45227497F}"/>
              </a:ext>
            </a:extLst>
          </p:cNvPr>
          <p:cNvCxnSpPr>
            <a:cxnSpLocks/>
          </p:cNvCxnSpPr>
          <p:nvPr/>
        </p:nvCxnSpPr>
        <p:spPr>
          <a:xfrm>
            <a:off x="6583046" y="1796929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Connecteur droit 583">
            <a:extLst>
              <a:ext uri="{FF2B5EF4-FFF2-40B4-BE49-F238E27FC236}">
                <a16:creationId xmlns:a16="http://schemas.microsoft.com/office/drawing/2014/main" id="{01032E43-5D4A-4DDD-8DF5-F7F7C956EDF3}"/>
              </a:ext>
            </a:extLst>
          </p:cNvPr>
          <p:cNvCxnSpPr>
            <a:cxnSpLocks/>
          </p:cNvCxnSpPr>
          <p:nvPr/>
        </p:nvCxnSpPr>
        <p:spPr>
          <a:xfrm>
            <a:off x="6687358" y="1858663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Connecteur droit 584">
            <a:extLst>
              <a:ext uri="{FF2B5EF4-FFF2-40B4-BE49-F238E27FC236}">
                <a16:creationId xmlns:a16="http://schemas.microsoft.com/office/drawing/2014/main" id="{8820A021-228C-4502-82A9-9FDECD904AD8}"/>
              </a:ext>
            </a:extLst>
          </p:cNvPr>
          <p:cNvCxnSpPr>
            <a:cxnSpLocks/>
          </p:cNvCxnSpPr>
          <p:nvPr/>
        </p:nvCxnSpPr>
        <p:spPr>
          <a:xfrm flipH="1">
            <a:off x="6686973" y="1874916"/>
            <a:ext cx="207854" cy="21171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Connecteur droit 585">
            <a:extLst>
              <a:ext uri="{FF2B5EF4-FFF2-40B4-BE49-F238E27FC236}">
                <a16:creationId xmlns:a16="http://schemas.microsoft.com/office/drawing/2014/main" id="{C320E5FE-2B3C-469A-86A0-72624FFBCC1A}"/>
              </a:ext>
            </a:extLst>
          </p:cNvPr>
          <p:cNvCxnSpPr>
            <a:cxnSpLocks/>
          </p:cNvCxnSpPr>
          <p:nvPr/>
        </p:nvCxnSpPr>
        <p:spPr>
          <a:xfrm>
            <a:off x="6580710" y="1835675"/>
            <a:ext cx="103927" cy="6105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Connecteur droit 586">
            <a:extLst>
              <a:ext uri="{FF2B5EF4-FFF2-40B4-BE49-F238E27FC236}">
                <a16:creationId xmlns:a16="http://schemas.microsoft.com/office/drawing/2014/main" id="{DDDD1ECC-1319-4CAC-9999-A77DD69E2286}"/>
              </a:ext>
            </a:extLst>
          </p:cNvPr>
          <p:cNvCxnSpPr>
            <a:cxnSpLocks/>
          </p:cNvCxnSpPr>
          <p:nvPr/>
        </p:nvCxnSpPr>
        <p:spPr>
          <a:xfrm flipV="1">
            <a:off x="6687545" y="1943169"/>
            <a:ext cx="68251" cy="647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Connecteur droit 587">
            <a:extLst>
              <a:ext uri="{FF2B5EF4-FFF2-40B4-BE49-F238E27FC236}">
                <a16:creationId xmlns:a16="http://schemas.microsoft.com/office/drawing/2014/main" id="{8CD744A3-C447-48F5-9EFE-914431795FBF}"/>
              </a:ext>
            </a:extLst>
          </p:cNvPr>
          <p:cNvCxnSpPr>
            <a:cxnSpLocks/>
          </p:cNvCxnSpPr>
          <p:nvPr/>
        </p:nvCxnSpPr>
        <p:spPr>
          <a:xfrm>
            <a:off x="6638600" y="1867853"/>
            <a:ext cx="0" cy="53189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Connecteur droit 588">
            <a:extLst>
              <a:ext uri="{FF2B5EF4-FFF2-40B4-BE49-F238E27FC236}">
                <a16:creationId xmlns:a16="http://schemas.microsoft.com/office/drawing/2014/main" id="{ECDF422B-844D-4E40-A061-41D79AE0CAA8}"/>
              </a:ext>
            </a:extLst>
          </p:cNvPr>
          <p:cNvCxnSpPr>
            <a:cxnSpLocks/>
          </p:cNvCxnSpPr>
          <p:nvPr/>
        </p:nvCxnSpPr>
        <p:spPr>
          <a:xfrm>
            <a:off x="6631194" y="1922195"/>
            <a:ext cx="59839" cy="3233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Connecteur droit 589">
            <a:extLst>
              <a:ext uri="{FF2B5EF4-FFF2-40B4-BE49-F238E27FC236}">
                <a16:creationId xmlns:a16="http://schemas.microsoft.com/office/drawing/2014/main" id="{3D6F7F04-28A3-4AEE-AB35-776517626BED}"/>
              </a:ext>
            </a:extLst>
          </p:cNvPr>
          <p:cNvCxnSpPr>
            <a:cxnSpLocks/>
          </p:cNvCxnSpPr>
          <p:nvPr/>
        </p:nvCxnSpPr>
        <p:spPr>
          <a:xfrm>
            <a:off x="6684637" y="1894418"/>
            <a:ext cx="0" cy="5407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Connecteur droit 590">
            <a:extLst>
              <a:ext uri="{FF2B5EF4-FFF2-40B4-BE49-F238E27FC236}">
                <a16:creationId xmlns:a16="http://schemas.microsoft.com/office/drawing/2014/main" id="{027EF164-A932-457F-BCC8-A25C2EFCDB2C}"/>
              </a:ext>
            </a:extLst>
          </p:cNvPr>
          <p:cNvCxnSpPr>
            <a:cxnSpLocks/>
          </p:cNvCxnSpPr>
          <p:nvPr/>
        </p:nvCxnSpPr>
        <p:spPr>
          <a:xfrm>
            <a:off x="6748923" y="1893527"/>
            <a:ext cx="2317" cy="4394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Connecteur droit 593">
            <a:extLst>
              <a:ext uri="{FF2B5EF4-FFF2-40B4-BE49-F238E27FC236}">
                <a16:creationId xmlns:a16="http://schemas.microsoft.com/office/drawing/2014/main" id="{FEF7D765-8C89-468D-A5CF-EE61421421A5}"/>
              </a:ext>
            </a:extLst>
          </p:cNvPr>
          <p:cNvCxnSpPr>
            <a:cxnSpLocks/>
          </p:cNvCxnSpPr>
          <p:nvPr/>
        </p:nvCxnSpPr>
        <p:spPr>
          <a:xfrm>
            <a:off x="6857686" y="3712625"/>
            <a:ext cx="0" cy="4376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Connecteur droit 594">
            <a:extLst>
              <a:ext uri="{FF2B5EF4-FFF2-40B4-BE49-F238E27FC236}">
                <a16:creationId xmlns:a16="http://schemas.microsoft.com/office/drawing/2014/main" id="{498043EC-048D-44B0-B0B2-33BAEF8CDEC1}"/>
              </a:ext>
            </a:extLst>
          </p:cNvPr>
          <p:cNvCxnSpPr>
            <a:cxnSpLocks/>
          </p:cNvCxnSpPr>
          <p:nvPr/>
        </p:nvCxnSpPr>
        <p:spPr>
          <a:xfrm>
            <a:off x="6825803" y="1878441"/>
            <a:ext cx="0" cy="1817106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Connecteur droit 595">
            <a:extLst>
              <a:ext uri="{FF2B5EF4-FFF2-40B4-BE49-F238E27FC236}">
                <a16:creationId xmlns:a16="http://schemas.microsoft.com/office/drawing/2014/main" id="{81CC3D90-46C2-4446-9D47-AF762C0B05B9}"/>
              </a:ext>
            </a:extLst>
          </p:cNvPr>
          <p:cNvCxnSpPr>
            <a:cxnSpLocks/>
          </p:cNvCxnSpPr>
          <p:nvPr/>
        </p:nvCxnSpPr>
        <p:spPr>
          <a:xfrm>
            <a:off x="6799963" y="1878441"/>
            <a:ext cx="0" cy="183195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Connecteur droit 596">
            <a:extLst>
              <a:ext uri="{FF2B5EF4-FFF2-40B4-BE49-F238E27FC236}">
                <a16:creationId xmlns:a16="http://schemas.microsoft.com/office/drawing/2014/main" id="{FF145F88-8B6C-4EFA-8BCE-821D2AFAA7B7}"/>
              </a:ext>
            </a:extLst>
          </p:cNvPr>
          <p:cNvCxnSpPr>
            <a:cxnSpLocks/>
          </p:cNvCxnSpPr>
          <p:nvPr/>
        </p:nvCxnSpPr>
        <p:spPr>
          <a:xfrm>
            <a:off x="6844633" y="1878441"/>
            <a:ext cx="1" cy="183656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Connecteur droit 597">
            <a:extLst>
              <a:ext uri="{FF2B5EF4-FFF2-40B4-BE49-F238E27FC236}">
                <a16:creationId xmlns:a16="http://schemas.microsoft.com/office/drawing/2014/main" id="{C4DD0CA8-E8EF-4D89-B8B3-643D3E05AFCB}"/>
              </a:ext>
            </a:extLst>
          </p:cNvPr>
          <p:cNvCxnSpPr>
            <a:cxnSpLocks/>
          </p:cNvCxnSpPr>
          <p:nvPr/>
        </p:nvCxnSpPr>
        <p:spPr>
          <a:xfrm>
            <a:off x="6783792" y="1775298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Connecteur droit 598">
            <a:extLst>
              <a:ext uri="{FF2B5EF4-FFF2-40B4-BE49-F238E27FC236}">
                <a16:creationId xmlns:a16="http://schemas.microsoft.com/office/drawing/2014/main" id="{BE8CDA67-BBFD-45FB-B029-C8A705153AB7}"/>
              </a:ext>
            </a:extLst>
          </p:cNvPr>
          <p:cNvCxnSpPr>
            <a:cxnSpLocks/>
          </p:cNvCxnSpPr>
          <p:nvPr/>
        </p:nvCxnSpPr>
        <p:spPr>
          <a:xfrm>
            <a:off x="6784294" y="1777497"/>
            <a:ext cx="110533" cy="6420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Connecteur droit 599">
            <a:extLst>
              <a:ext uri="{FF2B5EF4-FFF2-40B4-BE49-F238E27FC236}">
                <a16:creationId xmlns:a16="http://schemas.microsoft.com/office/drawing/2014/main" id="{EA46494D-ACA5-43BA-987A-9E3837D8D552}"/>
              </a:ext>
            </a:extLst>
          </p:cNvPr>
          <p:cNvCxnSpPr>
            <a:cxnSpLocks/>
          </p:cNvCxnSpPr>
          <p:nvPr/>
        </p:nvCxnSpPr>
        <p:spPr>
          <a:xfrm>
            <a:off x="6896661" y="1839502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Connecteur droit 600">
            <a:extLst>
              <a:ext uri="{FF2B5EF4-FFF2-40B4-BE49-F238E27FC236}">
                <a16:creationId xmlns:a16="http://schemas.microsoft.com/office/drawing/2014/main" id="{FEE4DDAA-8951-44F8-B770-C42643E8D69C}"/>
              </a:ext>
            </a:extLst>
          </p:cNvPr>
          <p:cNvCxnSpPr>
            <a:cxnSpLocks/>
          </p:cNvCxnSpPr>
          <p:nvPr/>
        </p:nvCxnSpPr>
        <p:spPr>
          <a:xfrm>
            <a:off x="6897163" y="1841701"/>
            <a:ext cx="0" cy="35785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2" name="Parallélogramme 601">
            <a:extLst>
              <a:ext uri="{FF2B5EF4-FFF2-40B4-BE49-F238E27FC236}">
                <a16:creationId xmlns:a16="http://schemas.microsoft.com/office/drawing/2014/main" id="{A9FA6181-0473-423F-B0AB-8BD94E2BEE59}"/>
              </a:ext>
            </a:extLst>
          </p:cNvPr>
          <p:cNvSpPr/>
          <p:nvPr/>
        </p:nvSpPr>
        <p:spPr>
          <a:xfrm rot="21186520">
            <a:off x="6685489" y="3636774"/>
            <a:ext cx="167552" cy="73953"/>
          </a:xfrm>
          <a:prstGeom prst="parallelogram">
            <a:avLst>
              <a:gd name="adj" fmla="val 18485"/>
            </a:avLst>
          </a:prstGeom>
          <a:blipFill>
            <a:blip r:embed="rId4"/>
            <a:tile tx="0" ty="0" sx="100000" sy="100000" flip="none" algn="tl"/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2010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8</Words>
  <Application>Microsoft Office PowerPoint</Application>
  <PresentationFormat>Grand écran</PresentationFormat>
  <Paragraphs>8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Arial Nova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nathan cordier</dc:creator>
  <cp:lastModifiedBy>nathan cordier</cp:lastModifiedBy>
  <cp:revision>48</cp:revision>
  <dcterms:created xsi:type="dcterms:W3CDTF">2019-09-27T12:39:39Z</dcterms:created>
  <dcterms:modified xsi:type="dcterms:W3CDTF">2019-12-19T15:41:23Z</dcterms:modified>
</cp:coreProperties>
</file>