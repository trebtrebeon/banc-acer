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F8C118-2072-4D9B-8EC9-FB482FBB9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965AF37-29F9-46D5-B588-55C5A4531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0EA580-EB07-4283-B5BB-485339E5B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B8363C-CDB0-4DF3-8CF7-3EE8F57B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209C59-0107-44A4-9FF7-AEAB0702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18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D6D712-E819-44F0-AAD7-308BE368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2ED6E9-C217-491B-96F0-A769A8E3C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85656F-D28A-4953-B6E9-C35E9513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F18859-335C-4840-BA22-178182D9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03AFD2-2773-4594-A650-D631ABE9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44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B50B4-87CD-4E2E-AC54-22CF00BE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C340FE-6B07-453B-BEE1-327550FC1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A350C2-E2D1-4CF9-93F2-AC0E541A5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810FE5-BD6E-49DB-8E4A-C65FAA85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CABF82-EA82-46D1-8A6D-C43E9FE9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9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248E08-7EBF-4FD0-9E35-9C13ECCB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0A032D-4817-4280-B1F2-41405A61B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6533ED-4932-43CF-A1FA-81AEFC127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30EF31-BB23-4572-A949-C5267623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518DB4-8240-464F-8FA9-30206EC92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8504D7-95E7-4A0A-B37D-65449959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62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164F58-91F2-42BF-88DE-A17948BD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A65E18-222B-48D4-9134-3324D1831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16170C-39C3-4D9E-80F6-883E583BA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E04806-8DB4-4D2F-B040-0086517CC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47C9281-99F9-404F-B244-4FAFC9750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F5FB138-2E81-4687-A359-363E141F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41FB149-F71E-4DA2-9580-0285F452C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DB935B2-C231-4E7C-8E72-9DD21059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840F9C-479F-4CEC-B813-6FF89E4D5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FCCE59-24F1-48B5-8889-D7E12421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BD1BCC-1CB0-4860-ADAE-8A876CF3D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6C0279-9CF0-4286-A8AA-555A3782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497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E2AF7F2-2B46-49EE-B6A7-9AC8D5FD3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25305BA-8A77-4AE2-87A4-FC731C56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F2AFC4-E52C-4E71-8BF3-F7B6EE86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73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D47EBC-08BD-49B0-931A-7062044AF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661E47-7D9A-4B9C-8321-886CA7174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E71319-D6F2-4532-BFA2-610AE5313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F327E6-BD29-4B5F-85DA-039B1BDE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EEF621-67C0-47AE-B62F-91271B4D6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4D5193-3782-4A48-8735-014CFC63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52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78E3F0-7D13-4B78-87F2-1E6194B4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2994908-32E8-41BE-806F-67E6B1F04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9C34386-C05C-465E-BE49-F4D7ED52A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7D7E4A-8A5D-4FFC-A8B7-6F8A30DB7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F06524-4E0C-4B07-AC8A-8E9AD197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9E9FAB-2508-4EA6-AE19-7B24DF40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890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E9570-BB6B-47EB-8B7E-8C60D052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D4BEFA-CBD5-4B9A-9A31-60DA0B858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C3E5DA-BD1D-4B44-A5DE-FF77154F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D6C6F0-3CA4-4C05-A96B-4C70AE5F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95E245-2058-4082-9FDE-BB1AB5C1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273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E1395F3-590F-4FA2-B42E-B8065AB2F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585B35-B323-44C3-8F59-5011E5750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C25E3E-F844-4DC4-93D6-D26E7AF6D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5569AB-B561-4969-B31B-7FC20EBC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CF0FB9-5847-436F-8E54-090E2D78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399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F94973B-3B91-42D3-B32F-0552702B9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763A6C-69D9-41BE-81C2-BE24AD4AB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B7A37C-A0B5-427E-A61F-A6D5349A9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86956-E8EF-469B-95E1-7FCF4C19A7FA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22BF56-A827-4F4D-B822-750E4F15E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CDBBC2-41BB-47CC-AC88-99712B9AF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06947-36D6-4E81-8D65-0CF3D1BE5B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215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54B3C258-A5FC-41B1-8FBE-C14E25A5876D}"/>
              </a:ext>
            </a:extLst>
          </p:cNvPr>
          <p:cNvCxnSpPr/>
          <p:nvPr/>
        </p:nvCxnSpPr>
        <p:spPr>
          <a:xfrm>
            <a:off x="9266697" y="1818139"/>
            <a:ext cx="0" cy="1982817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A6C3FCBB-110D-48BE-8FB2-D709E46CAF8D}"/>
              </a:ext>
            </a:extLst>
          </p:cNvPr>
          <p:cNvCxnSpPr>
            <a:cxnSpLocks/>
          </p:cNvCxnSpPr>
          <p:nvPr/>
        </p:nvCxnSpPr>
        <p:spPr>
          <a:xfrm>
            <a:off x="6482024" y="3483169"/>
            <a:ext cx="1072255" cy="558117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AEB3A8D-3E42-4062-A638-0CD617FE7974}"/>
              </a:ext>
            </a:extLst>
          </p:cNvPr>
          <p:cNvCxnSpPr>
            <a:cxnSpLocks/>
          </p:cNvCxnSpPr>
          <p:nvPr/>
        </p:nvCxnSpPr>
        <p:spPr>
          <a:xfrm>
            <a:off x="6560377" y="3332442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9B09B0D-224C-4F9F-BDA1-53ACFF145F8A}"/>
              </a:ext>
            </a:extLst>
          </p:cNvPr>
          <p:cNvCxnSpPr>
            <a:cxnSpLocks/>
          </p:cNvCxnSpPr>
          <p:nvPr/>
        </p:nvCxnSpPr>
        <p:spPr>
          <a:xfrm flipH="1">
            <a:off x="7601490" y="3718931"/>
            <a:ext cx="1535804" cy="15726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8C34393-C186-4189-8F6C-9DE581C3B90C}"/>
              </a:ext>
            </a:extLst>
          </p:cNvPr>
          <p:cNvCxnSpPr>
            <a:cxnSpLocks/>
          </p:cNvCxnSpPr>
          <p:nvPr/>
        </p:nvCxnSpPr>
        <p:spPr>
          <a:xfrm>
            <a:off x="6560376" y="3332442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F47B19F-14F9-4818-852F-DAEE029603A2}"/>
              </a:ext>
            </a:extLst>
          </p:cNvPr>
          <p:cNvCxnSpPr>
            <a:cxnSpLocks/>
          </p:cNvCxnSpPr>
          <p:nvPr/>
        </p:nvCxnSpPr>
        <p:spPr>
          <a:xfrm>
            <a:off x="6560377" y="3376208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1E94B54-3219-4ED9-83E9-94CEC66CBB36}"/>
              </a:ext>
            </a:extLst>
          </p:cNvPr>
          <p:cNvCxnSpPr>
            <a:cxnSpLocks/>
          </p:cNvCxnSpPr>
          <p:nvPr/>
        </p:nvCxnSpPr>
        <p:spPr>
          <a:xfrm>
            <a:off x="9137294" y="3721165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6A854B4-1A47-4BB7-B1BC-F14B8EEDE946}"/>
              </a:ext>
            </a:extLst>
          </p:cNvPr>
          <p:cNvCxnSpPr>
            <a:cxnSpLocks/>
          </p:cNvCxnSpPr>
          <p:nvPr/>
        </p:nvCxnSpPr>
        <p:spPr>
          <a:xfrm flipH="1">
            <a:off x="7601490" y="3764931"/>
            <a:ext cx="1535804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F4DCD7A-817D-4F49-B9CF-C7F762692E74}"/>
              </a:ext>
            </a:extLst>
          </p:cNvPr>
          <p:cNvCxnSpPr>
            <a:cxnSpLocks/>
          </p:cNvCxnSpPr>
          <p:nvPr/>
        </p:nvCxnSpPr>
        <p:spPr>
          <a:xfrm>
            <a:off x="7599736" y="3876193"/>
            <a:ext cx="1754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307B00A1-3363-4B8C-AB7C-CC1568C1A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591" y="4282759"/>
            <a:ext cx="214699" cy="214699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7BCD7F9-5B47-4719-863B-5F0DF2D3BF94}"/>
              </a:ext>
            </a:extLst>
          </p:cNvPr>
          <p:cNvCxnSpPr>
            <a:cxnSpLocks/>
          </p:cNvCxnSpPr>
          <p:nvPr/>
        </p:nvCxnSpPr>
        <p:spPr>
          <a:xfrm>
            <a:off x="6710591" y="3449289"/>
            <a:ext cx="0" cy="867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466CE63C-489C-4ED0-A84A-9EF71D7D4831}"/>
              </a:ext>
            </a:extLst>
          </p:cNvPr>
          <p:cNvCxnSpPr>
            <a:cxnSpLocks/>
          </p:cNvCxnSpPr>
          <p:nvPr/>
        </p:nvCxnSpPr>
        <p:spPr>
          <a:xfrm>
            <a:off x="6744710" y="3472237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0077CE-DD28-4D5A-A221-F8A3C38EF8DF}"/>
              </a:ext>
            </a:extLst>
          </p:cNvPr>
          <p:cNvCxnSpPr>
            <a:cxnSpLocks/>
          </p:cNvCxnSpPr>
          <p:nvPr/>
        </p:nvCxnSpPr>
        <p:spPr>
          <a:xfrm>
            <a:off x="6764880" y="3489898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FB6CB39-0686-4F99-8DF6-00D48CAA268F}"/>
              </a:ext>
            </a:extLst>
          </p:cNvPr>
          <p:cNvCxnSpPr>
            <a:cxnSpLocks/>
          </p:cNvCxnSpPr>
          <p:nvPr/>
        </p:nvCxnSpPr>
        <p:spPr>
          <a:xfrm flipV="1">
            <a:off x="6744710" y="4293637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A6B5227-0DA8-45FA-B67B-C7D70359FEF0}"/>
              </a:ext>
            </a:extLst>
          </p:cNvPr>
          <p:cNvCxnSpPr>
            <a:cxnSpLocks/>
          </p:cNvCxnSpPr>
          <p:nvPr/>
        </p:nvCxnSpPr>
        <p:spPr>
          <a:xfrm>
            <a:off x="6704941" y="4312746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18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13E743A6-3A07-49D5-AB7B-A80754513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250" y="4706828"/>
            <a:ext cx="214699" cy="214699"/>
          </a:xfrm>
          <a:prstGeom prst="rect">
            <a:avLst/>
          </a:prstGeom>
        </p:spPr>
      </p:pic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953EE46C-7CF0-4B47-B5ED-C63455F40D4D}"/>
              </a:ext>
            </a:extLst>
          </p:cNvPr>
          <p:cNvCxnSpPr>
            <a:cxnSpLocks/>
          </p:cNvCxnSpPr>
          <p:nvPr/>
        </p:nvCxnSpPr>
        <p:spPr>
          <a:xfrm>
            <a:off x="7658825" y="3919959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3B542B0C-4F42-4AF1-A99E-124765920028}"/>
              </a:ext>
            </a:extLst>
          </p:cNvPr>
          <p:cNvCxnSpPr>
            <a:cxnSpLocks/>
          </p:cNvCxnSpPr>
          <p:nvPr/>
        </p:nvCxnSpPr>
        <p:spPr>
          <a:xfrm>
            <a:off x="7627600" y="3919959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8D0AED82-B5A3-4CF6-A155-CED8E12F783B}"/>
              </a:ext>
            </a:extLst>
          </p:cNvPr>
          <p:cNvCxnSpPr>
            <a:cxnSpLocks/>
          </p:cNvCxnSpPr>
          <p:nvPr/>
        </p:nvCxnSpPr>
        <p:spPr>
          <a:xfrm>
            <a:off x="7679280" y="3919959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B93A137-9F07-4B15-8CE0-72890A6DFC28}"/>
              </a:ext>
            </a:extLst>
          </p:cNvPr>
          <p:cNvCxnSpPr>
            <a:cxnSpLocks/>
          </p:cNvCxnSpPr>
          <p:nvPr/>
        </p:nvCxnSpPr>
        <p:spPr>
          <a:xfrm>
            <a:off x="7627600" y="4736686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C8410E67-3D2A-4F4B-A4E6-F5EFD8BFC53C}"/>
              </a:ext>
            </a:extLst>
          </p:cNvPr>
          <p:cNvCxnSpPr>
            <a:cxnSpLocks/>
          </p:cNvCxnSpPr>
          <p:nvPr/>
        </p:nvCxnSpPr>
        <p:spPr>
          <a:xfrm flipV="1">
            <a:off x="7656539" y="4721693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B19560BA-5C0A-4418-8116-AB5425130F4F}"/>
              </a:ext>
            </a:extLst>
          </p:cNvPr>
          <p:cNvCxnSpPr>
            <a:cxnSpLocks/>
          </p:cNvCxnSpPr>
          <p:nvPr/>
        </p:nvCxnSpPr>
        <p:spPr>
          <a:xfrm>
            <a:off x="8098466" y="3177414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FADE9E1D-489F-4512-9076-859F90396F85}"/>
              </a:ext>
            </a:extLst>
          </p:cNvPr>
          <p:cNvCxnSpPr>
            <a:cxnSpLocks/>
          </p:cNvCxnSpPr>
          <p:nvPr/>
        </p:nvCxnSpPr>
        <p:spPr>
          <a:xfrm>
            <a:off x="8067241" y="3177414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9FC8F251-4C64-4C61-86DF-A3B18F357E8C}"/>
              </a:ext>
            </a:extLst>
          </p:cNvPr>
          <p:cNvCxnSpPr>
            <a:cxnSpLocks/>
          </p:cNvCxnSpPr>
          <p:nvPr/>
        </p:nvCxnSpPr>
        <p:spPr>
          <a:xfrm>
            <a:off x="8118921" y="3177414"/>
            <a:ext cx="0" cy="80373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15B5BF9-3496-4F5A-824C-FC5BC56437CB}"/>
              </a:ext>
            </a:extLst>
          </p:cNvPr>
          <p:cNvCxnSpPr>
            <a:cxnSpLocks/>
          </p:cNvCxnSpPr>
          <p:nvPr/>
        </p:nvCxnSpPr>
        <p:spPr>
          <a:xfrm>
            <a:off x="8096180" y="3177414"/>
            <a:ext cx="1041114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B740BC00-A6E8-4890-9E67-B578CD422E6A}"/>
              </a:ext>
            </a:extLst>
          </p:cNvPr>
          <p:cNvCxnSpPr>
            <a:cxnSpLocks/>
          </p:cNvCxnSpPr>
          <p:nvPr/>
        </p:nvCxnSpPr>
        <p:spPr>
          <a:xfrm flipH="1">
            <a:off x="6560378" y="3177414"/>
            <a:ext cx="1535802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 29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5023BEB5-7452-4A9D-BC38-8BB05E71B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891" y="3947579"/>
            <a:ext cx="214699" cy="214699"/>
          </a:xfrm>
          <a:prstGeom prst="rect">
            <a:avLst/>
          </a:prstGeom>
        </p:spPr>
      </p:pic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7B1EC7D0-9306-48E8-8150-588C6603CA9D}"/>
              </a:ext>
            </a:extLst>
          </p:cNvPr>
          <p:cNvCxnSpPr>
            <a:cxnSpLocks/>
          </p:cNvCxnSpPr>
          <p:nvPr/>
        </p:nvCxnSpPr>
        <p:spPr>
          <a:xfrm>
            <a:off x="8067942" y="3989365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F6AC30E7-2C15-4D46-BB7A-542901F7855E}"/>
              </a:ext>
            </a:extLst>
          </p:cNvPr>
          <p:cNvCxnSpPr>
            <a:cxnSpLocks/>
          </p:cNvCxnSpPr>
          <p:nvPr/>
        </p:nvCxnSpPr>
        <p:spPr>
          <a:xfrm flipV="1">
            <a:off x="8096881" y="3974372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2903A4F-3479-41EC-93CA-EFE6653FEAA2}"/>
              </a:ext>
            </a:extLst>
          </p:cNvPr>
          <p:cNvCxnSpPr>
            <a:cxnSpLocks/>
          </p:cNvCxnSpPr>
          <p:nvPr/>
        </p:nvCxnSpPr>
        <p:spPr>
          <a:xfrm>
            <a:off x="8067942" y="3868251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339086A7-C224-4CE6-9757-1B03204CB587}"/>
              </a:ext>
            </a:extLst>
          </p:cNvPr>
          <p:cNvCxnSpPr>
            <a:cxnSpLocks/>
          </p:cNvCxnSpPr>
          <p:nvPr/>
        </p:nvCxnSpPr>
        <p:spPr>
          <a:xfrm>
            <a:off x="8119622" y="3868251"/>
            <a:ext cx="0" cy="12111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E55BD8E8-00F8-4C3E-98E4-12AEDA141C26}"/>
              </a:ext>
            </a:extLst>
          </p:cNvPr>
          <p:cNvCxnSpPr>
            <a:cxnSpLocks/>
          </p:cNvCxnSpPr>
          <p:nvPr/>
        </p:nvCxnSpPr>
        <p:spPr>
          <a:xfrm>
            <a:off x="8100601" y="3868251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C371B814-B7D3-47EB-85FE-857A1E6E5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707" y="4599478"/>
            <a:ext cx="214699" cy="214699"/>
          </a:xfrm>
          <a:prstGeom prst="rect">
            <a:avLst/>
          </a:prstGeom>
        </p:spPr>
      </p:pic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20AC8A50-4706-47DE-8BA4-80171475276D}"/>
              </a:ext>
            </a:extLst>
          </p:cNvPr>
          <p:cNvCxnSpPr>
            <a:cxnSpLocks/>
          </p:cNvCxnSpPr>
          <p:nvPr/>
        </p:nvCxnSpPr>
        <p:spPr>
          <a:xfrm>
            <a:off x="9105411" y="1886981"/>
            <a:ext cx="0" cy="181710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B6BAD65D-9945-45BC-BEE1-613E98CB06B1}"/>
              </a:ext>
            </a:extLst>
          </p:cNvPr>
          <p:cNvCxnSpPr>
            <a:cxnSpLocks/>
          </p:cNvCxnSpPr>
          <p:nvPr/>
        </p:nvCxnSpPr>
        <p:spPr>
          <a:xfrm>
            <a:off x="9079571" y="1886981"/>
            <a:ext cx="0" cy="183195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88AADBBD-89EA-4328-A2AD-56A7B2A3651C}"/>
              </a:ext>
            </a:extLst>
          </p:cNvPr>
          <p:cNvCxnSpPr>
            <a:cxnSpLocks/>
          </p:cNvCxnSpPr>
          <p:nvPr/>
        </p:nvCxnSpPr>
        <p:spPr>
          <a:xfrm>
            <a:off x="9124241" y="1886981"/>
            <a:ext cx="1" cy="183656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7BC2B7F8-135C-47DF-9886-5D4EFA1D599D}"/>
              </a:ext>
            </a:extLst>
          </p:cNvPr>
          <p:cNvCxnSpPr>
            <a:cxnSpLocks/>
          </p:cNvCxnSpPr>
          <p:nvPr/>
        </p:nvCxnSpPr>
        <p:spPr>
          <a:xfrm flipH="1">
            <a:off x="8862152" y="1783838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7D52BC47-2D2C-44A2-940A-274957B9F284}"/>
              </a:ext>
            </a:extLst>
          </p:cNvPr>
          <p:cNvCxnSpPr>
            <a:cxnSpLocks/>
          </p:cNvCxnSpPr>
          <p:nvPr/>
        </p:nvCxnSpPr>
        <p:spPr>
          <a:xfrm flipH="1">
            <a:off x="8966079" y="1848775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B995C491-AD83-4F33-8176-60BD4604E28B}"/>
              </a:ext>
            </a:extLst>
          </p:cNvPr>
          <p:cNvCxnSpPr>
            <a:cxnSpLocks/>
          </p:cNvCxnSpPr>
          <p:nvPr/>
        </p:nvCxnSpPr>
        <p:spPr>
          <a:xfrm>
            <a:off x="8862152" y="1808528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9FAB42B7-C3BC-4F57-8E0F-4928991FDA42}"/>
              </a:ext>
            </a:extLst>
          </p:cNvPr>
          <p:cNvCxnSpPr>
            <a:cxnSpLocks/>
          </p:cNvCxnSpPr>
          <p:nvPr/>
        </p:nvCxnSpPr>
        <p:spPr>
          <a:xfrm>
            <a:off x="9063400" y="1783838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3110FC9C-8198-43B2-B343-02D62A5D8DB7}"/>
              </a:ext>
            </a:extLst>
          </p:cNvPr>
          <p:cNvCxnSpPr>
            <a:cxnSpLocks/>
          </p:cNvCxnSpPr>
          <p:nvPr/>
        </p:nvCxnSpPr>
        <p:spPr>
          <a:xfrm>
            <a:off x="8862152" y="1803270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04E24112-0EDA-4DDF-8A98-94FA44BA209E}"/>
              </a:ext>
            </a:extLst>
          </p:cNvPr>
          <p:cNvCxnSpPr>
            <a:cxnSpLocks/>
          </p:cNvCxnSpPr>
          <p:nvPr/>
        </p:nvCxnSpPr>
        <p:spPr>
          <a:xfrm>
            <a:off x="8966464" y="1865004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FE936AAC-F7E6-44C3-AD05-EAC5B4F96016}"/>
              </a:ext>
            </a:extLst>
          </p:cNvPr>
          <p:cNvCxnSpPr>
            <a:cxnSpLocks/>
          </p:cNvCxnSpPr>
          <p:nvPr/>
        </p:nvCxnSpPr>
        <p:spPr>
          <a:xfrm>
            <a:off x="9176269" y="1848042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A68599CE-24C6-4A9A-8F9B-2D945B141E5B}"/>
              </a:ext>
            </a:extLst>
          </p:cNvPr>
          <p:cNvCxnSpPr>
            <a:cxnSpLocks/>
          </p:cNvCxnSpPr>
          <p:nvPr/>
        </p:nvCxnSpPr>
        <p:spPr>
          <a:xfrm flipH="1">
            <a:off x="8966079" y="1881257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36C8610A-5501-4B6F-B301-C09E5080EE37}"/>
              </a:ext>
            </a:extLst>
          </p:cNvPr>
          <p:cNvCxnSpPr>
            <a:cxnSpLocks/>
          </p:cNvCxnSpPr>
          <p:nvPr/>
        </p:nvCxnSpPr>
        <p:spPr>
          <a:xfrm>
            <a:off x="8859816" y="1842016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93542147-D3A1-4FC7-BDF9-BC75C4C8FFEC}"/>
              </a:ext>
            </a:extLst>
          </p:cNvPr>
          <p:cNvCxnSpPr>
            <a:cxnSpLocks/>
          </p:cNvCxnSpPr>
          <p:nvPr/>
        </p:nvCxnSpPr>
        <p:spPr>
          <a:xfrm flipV="1">
            <a:off x="8966651" y="1949510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22617A8D-945A-4D8D-A037-DA3B6C61C667}"/>
              </a:ext>
            </a:extLst>
          </p:cNvPr>
          <p:cNvCxnSpPr>
            <a:cxnSpLocks/>
          </p:cNvCxnSpPr>
          <p:nvPr/>
        </p:nvCxnSpPr>
        <p:spPr>
          <a:xfrm>
            <a:off x="8970477" y="3788177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BFE7CAB9-DD46-4DA9-A8FD-8047694B3C41}"/>
              </a:ext>
            </a:extLst>
          </p:cNvPr>
          <p:cNvCxnSpPr>
            <a:cxnSpLocks/>
          </p:cNvCxnSpPr>
          <p:nvPr/>
        </p:nvCxnSpPr>
        <p:spPr>
          <a:xfrm>
            <a:off x="8934854" y="3788176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6B65B3F8-1B1C-4657-B9C6-9341435EFB56}"/>
              </a:ext>
            </a:extLst>
          </p:cNvPr>
          <p:cNvCxnSpPr>
            <a:cxnSpLocks/>
          </p:cNvCxnSpPr>
          <p:nvPr/>
        </p:nvCxnSpPr>
        <p:spPr>
          <a:xfrm>
            <a:off x="8992189" y="3788176"/>
            <a:ext cx="0" cy="83309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27DFA6A1-9811-4079-9F85-5F3DC2397D15}"/>
              </a:ext>
            </a:extLst>
          </p:cNvPr>
          <p:cNvCxnSpPr>
            <a:cxnSpLocks/>
          </p:cNvCxnSpPr>
          <p:nvPr/>
        </p:nvCxnSpPr>
        <p:spPr>
          <a:xfrm flipV="1">
            <a:off x="8966079" y="4616018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20B7B9DB-BAAE-4600-A49B-08C967D9300D}"/>
              </a:ext>
            </a:extLst>
          </p:cNvPr>
          <p:cNvCxnSpPr>
            <a:cxnSpLocks/>
          </p:cNvCxnSpPr>
          <p:nvPr/>
        </p:nvCxnSpPr>
        <p:spPr>
          <a:xfrm>
            <a:off x="8930708" y="4632967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DFFAB8C3-787F-4BCE-85ED-E84573421F64}"/>
              </a:ext>
            </a:extLst>
          </p:cNvPr>
          <p:cNvCxnSpPr>
            <a:cxnSpLocks/>
          </p:cNvCxnSpPr>
          <p:nvPr/>
        </p:nvCxnSpPr>
        <p:spPr>
          <a:xfrm>
            <a:off x="8122174" y="3154463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52BD0329-61C4-40E9-ACB4-68A2955CE2D9}"/>
              </a:ext>
            </a:extLst>
          </p:cNvPr>
          <p:cNvCxnSpPr>
            <a:cxnSpLocks/>
          </p:cNvCxnSpPr>
          <p:nvPr/>
        </p:nvCxnSpPr>
        <p:spPr>
          <a:xfrm>
            <a:off x="8060288" y="3169306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6F8C51D5-5D0D-4988-BEA1-F9F418D5A627}"/>
              </a:ext>
            </a:extLst>
          </p:cNvPr>
          <p:cNvCxnSpPr>
            <a:cxnSpLocks/>
          </p:cNvCxnSpPr>
          <p:nvPr/>
        </p:nvCxnSpPr>
        <p:spPr>
          <a:xfrm flipV="1">
            <a:off x="8060288" y="3159708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5426565B-E55B-439C-A900-F721F03E90A6}"/>
              </a:ext>
            </a:extLst>
          </p:cNvPr>
          <p:cNvCxnSpPr>
            <a:cxnSpLocks/>
          </p:cNvCxnSpPr>
          <p:nvPr/>
        </p:nvCxnSpPr>
        <p:spPr>
          <a:xfrm flipH="1" flipV="1">
            <a:off x="8018256" y="3144488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5B925E3D-75F8-460B-A751-E92A01A36300}"/>
              </a:ext>
            </a:extLst>
          </p:cNvPr>
          <p:cNvCxnSpPr>
            <a:cxnSpLocks/>
          </p:cNvCxnSpPr>
          <p:nvPr/>
        </p:nvCxnSpPr>
        <p:spPr>
          <a:xfrm flipH="1" flipV="1">
            <a:off x="8089226" y="3134553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B1868D0-2678-4631-B912-4AAB396A011B}"/>
              </a:ext>
            </a:extLst>
          </p:cNvPr>
          <p:cNvCxnSpPr>
            <a:cxnSpLocks/>
          </p:cNvCxnSpPr>
          <p:nvPr/>
        </p:nvCxnSpPr>
        <p:spPr>
          <a:xfrm flipH="1" flipV="1">
            <a:off x="8012059" y="3189097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97B645D9-FDC6-4350-B7CE-5CD9191AF385}"/>
              </a:ext>
            </a:extLst>
          </p:cNvPr>
          <p:cNvCxnSpPr>
            <a:cxnSpLocks/>
          </p:cNvCxnSpPr>
          <p:nvPr/>
        </p:nvCxnSpPr>
        <p:spPr>
          <a:xfrm flipV="1">
            <a:off x="8061067" y="3204699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27ED26F0-DD9A-4FE7-A9B7-F3E4BD394B8D}"/>
              </a:ext>
            </a:extLst>
          </p:cNvPr>
          <p:cNvCxnSpPr>
            <a:cxnSpLocks/>
          </p:cNvCxnSpPr>
          <p:nvPr/>
        </p:nvCxnSpPr>
        <p:spPr>
          <a:xfrm flipV="1">
            <a:off x="8014277" y="3139291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BF9F2044-806B-4D80-A384-902432DA16EC}"/>
              </a:ext>
            </a:extLst>
          </p:cNvPr>
          <p:cNvCxnSpPr>
            <a:cxnSpLocks/>
          </p:cNvCxnSpPr>
          <p:nvPr/>
        </p:nvCxnSpPr>
        <p:spPr>
          <a:xfrm flipV="1">
            <a:off x="8008876" y="3133088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5A832328-3A23-46E2-BB5F-359A11B44FA8}"/>
              </a:ext>
            </a:extLst>
          </p:cNvPr>
          <p:cNvCxnSpPr>
            <a:cxnSpLocks/>
          </p:cNvCxnSpPr>
          <p:nvPr/>
        </p:nvCxnSpPr>
        <p:spPr>
          <a:xfrm>
            <a:off x="8068767" y="3201225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C58B706B-B36C-4410-B453-0A6B697141EC}"/>
              </a:ext>
            </a:extLst>
          </p:cNvPr>
          <p:cNvCxnSpPr>
            <a:cxnSpLocks/>
          </p:cNvCxnSpPr>
          <p:nvPr/>
        </p:nvCxnSpPr>
        <p:spPr>
          <a:xfrm>
            <a:off x="8066547" y="318674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23590866-722C-4F5C-B046-139F85FC43C7}"/>
              </a:ext>
            </a:extLst>
          </p:cNvPr>
          <p:cNvCxnSpPr>
            <a:cxnSpLocks/>
          </p:cNvCxnSpPr>
          <p:nvPr/>
        </p:nvCxnSpPr>
        <p:spPr>
          <a:xfrm>
            <a:off x="8021878" y="3176317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1DC4A58E-89E9-46E9-973C-D94776481D7A}"/>
              </a:ext>
            </a:extLst>
          </p:cNvPr>
          <p:cNvCxnSpPr>
            <a:cxnSpLocks/>
          </p:cNvCxnSpPr>
          <p:nvPr/>
        </p:nvCxnSpPr>
        <p:spPr>
          <a:xfrm>
            <a:off x="8035084" y="316087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16FD60CB-FAA4-470B-9801-D5A15AF8DEF7}"/>
              </a:ext>
            </a:extLst>
          </p:cNvPr>
          <p:cNvCxnSpPr>
            <a:cxnSpLocks/>
          </p:cNvCxnSpPr>
          <p:nvPr/>
        </p:nvCxnSpPr>
        <p:spPr>
          <a:xfrm>
            <a:off x="8059352" y="316660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09309470-03AC-4132-A34F-27939206DFF2}"/>
              </a:ext>
            </a:extLst>
          </p:cNvPr>
          <p:cNvCxnSpPr>
            <a:cxnSpLocks/>
          </p:cNvCxnSpPr>
          <p:nvPr/>
        </p:nvCxnSpPr>
        <p:spPr>
          <a:xfrm>
            <a:off x="8048853" y="3157449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6F7E63BF-5F68-45C9-8E43-EDCAC9797F33}"/>
              </a:ext>
            </a:extLst>
          </p:cNvPr>
          <p:cNvCxnSpPr>
            <a:cxnSpLocks/>
          </p:cNvCxnSpPr>
          <p:nvPr/>
        </p:nvCxnSpPr>
        <p:spPr>
          <a:xfrm>
            <a:off x="8019008" y="3171429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C899441E-618D-42B6-B2D5-F521FD568F0F}"/>
              </a:ext>
            </a:extLst>
          </p:cNvPr>
          <p:cNvCxnSpPr>
            <a:cxnSpLocks/>
          </p:cNvCxnSpPr>
          <p:nvPr/>
        </p:nvCxnSpPr>
        <p:spPr>
          <a:xfrm>
            <a:off x="8048591" y="318815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E7F77996-B13B-4234-A09C-375DC8ED5675}"/>
              </a:ext>
            </a:extLst>
          </p:cNvPr>
          <p:cNvCxnSpPr>
            <a:cxnSpLocks/>
          </p:cNvCxnSpPr>
          <p:nvPr/>
        </p:nvCxnSpPr>
        <p:spPr>
          <a:xfrm>
            <a:off x="8121395" y="3151099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A320306D-6DB9-4936-B711-3FD98D63E1C5}"/>
              </a:ext>
            </a:extLst>
          </p:cNvPr>
          <p:cNvCxnSpPr>
            <a:cxnSpLocks/>
          </p:cNvCxnSpPr>
          <p:nvPr/>
        </p:nvCxnSpPr>
        <p:spPr>
          <a:xfrm>
            <a:off x="8059509" y="3165942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EB97E356-4D8A-48CC-ABF7-C12178DA5199}"/>
              </a:ext>
            </a:extLst>
          </p:cNvPr>
          <p:cNvCxnSpPr>
            <a:cxnSpLocks/>
          </p:cNvCxnSpPr>
          <p:nvPr/>
        </p:nvCxnSpPr>
        <p:spPr>
          <a:xfrm flipV="1">
            <a:off x="8064458" y="3156444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67DFA752-60FA-4026-BC86-549988D18DB5}"/>
              </a:ext>
            </a:extLst>
          </p:cNvPr>
          <p:cNvCxnSpPr>
            <a:cxnSpLocks/>
          </p:cNvCxnSpPr>
          <p:nvPr/>
        </p:nvCxnSpPr>
        <p:spPr>
          <a:xfrm flipH="1" flipV="1">
            <a:off x="8017477" y="3141124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1EF2CC77-ADB7-4B6B-AC4E-6EDBEF77060F}"/>
              </a:ext>
            </a:extLst>
          </p:cNvPr>
          <p:cNvCxnSpPr>
            <a:cxnSpLocks/>
          </p:cNvCxnSpPr>
          <p:nvPr/>
        </p:nvCxnSpPr>
        <p:spPr>
          <a:xfrm flipH="1" flipV="1">
            <a:off x="8088447" y="3131189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DB26812A-4167-4CDA-9427-B5EA4050F208}"/>
              </a:ext>
            </a:extLst>
          </p:cNvPr>
          <p:cNvCxnSpPr>
            <a:cxnSpLocks/>
          </p:cNvCxnSpPr>
          <p:nvPr/>
        </p:nvCxnSpPr>
        <p:spPr>
          <a:xfrm flipH="1" flipV="1">
            <a:off x="8011280" y="3185733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B5435081-9A14-4FBA-88AB-3118E5B43509}"/>
              </a:ext>
            </a:extLst>
          </p:cNvPr>
          <p:cNvCxnSpPr>
            <a:cxnSpLocks/>
          </p:cNvCxnSpPr>
          <p:nvPr/>
        </p:nvCxnSpPr>
        <p:spPr>
          <a:xfrm flipV="1">
            <a:off x="8060288" y="3201335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B4365450-9072-41E2-9FAB-8C9F0139F39F}"/>
              </a:ext>
            </a:extLst>
          </p:cNvPr>
          <p:cNvCxnSpPr>
            <a:cxnSpLocks/>
          </p:cNvCxnSpPr>
          <p:nvPr/>
        </p:nvCxnSpPr>
        <p:spPr>
          <a:xfrm flipV="1">
            <a:off x="8013498" y="3135927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5215D702-8570-4A08-BF73-B1B3F70D3FA0}"/>
              </a:ext>
            </a:extLst>
          </p:cNvPr>
          <p:cNvCxnSpPr>
            <a:cxnSpLocks/>
          </p:cNvCxnSpPr>
          <p:nvPr/>
        </p:nvCxnSpPr>
        <p:spPr>
          <a:xfrm flipV="1">
            <a:off x="8008097" y="3129724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62AD35EC-9D63-4A86-9828-13184B423202}"/>
              </a:ext>
            </a:extLst>
          </p:cNvPr>
          <p:cNvCxnSpPr>
            <a:cxnSpLocks/>
          </p:cNvCxnSpPr>
          <p:nvPr/>
        </p:nvCxnSpPr>
        <p:spPr>
          <a:xfrm>
            <a:off x="8917706" y="1874194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695A793D-8077-44B0-A14B-0CA2279DBB02}"/>
              </a:ext>
            </a:extLst>
          </p:cNvPr>
          <p:cNvCxnSpPr>
            <a:cxnSpLocks/>
          </p:cNvCxnSpPr>
          <p:nvPr/>
        </p:nvCxnSpPr>
        <p:spPr>
          <a:xfrm>
            <a:off x="8910300" y="1928536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5A516CE4-B05C-41A4-A212-E5A1152D6F40}"/>
              </a:ext>
            </a:extLst>
          </p:cNvPr>
          <p:cNvCxnSpPr>
            <a:cxnSpLocks/>
          </p:cNvCxnSpPr>
          <p:nvPr/>
        </p:nvCxnSpPr>
        <p:spPr>
          <a:xfrm>
            <a:off x="8963743" y="1900759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9B9BD82A-675F-43F1-BB7D-A954E4867DFC}"/>
              </a:ext>
            </a:extLst>
          </p:cNvPr>
          <p:cNvCxnSpPr>
            <a:cxnSpLocks/>
          </p:cNvCxnSpPr>
          <p:nvPr/>
        </p:nvCxnSpPr>
        <p:spPr>
          <a:xfrm>
            <a:off x="9028029" y="1899868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90E16FCB-4580-46F3-AFF0-310BE1A25D77}"/>
              </a:ext>
            </a:extLst>
          </p:cNvPr>
          <p:cNvCxnSpPr>
            <a:cxnSpLocks/>
          </p:cNvCxnSpPr>
          <p:nvPr/>
        </p:nvCxnSpPr>
        <p:spPr>
          <a:xfrm>
            <a:off x="8928507" y="1916107"/>
            <a:ext cx="43968" cy="267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516BBE94-4C93-4EB4-A6F5-86585B1ABDB1}"/>
              </a:ext>
            </a:extLst>
          </p:cNvPr>
          <p:cNvCxnSpPr>
            <a:cxnSpLocks/>
          </p:cNvCxnSpPr>
          <p:nvPr/>
        </p:nvCxnSpPr>
        <p:spPr>
          <a:xfrm>
            <a:off x="8924360" y="1912160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2ED4BE74-0534-4887-B8E9-AEFF0238A89F}"/>
              </a:ext>
            </a:extLst>
          </p:cNvPr>
          <p:cNvCxnSpPr>
            <a:cxnSpLocks/>
          </p:cNvCxnSpPr>
          <p:nvPr/>
        </p:nvCxnSpPr>
        <p:spPr>
          <a:xfrm>
            <a:off x="8958174" y="1937241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86D4B3E8-FCCC-4FFA-9620-87ABCD8542CE}"/>
              </a:ext>
            </a:extLst>
          </p:cNvPr>
          <p:cNvCxnSpPr>
            <a:cxnSpLocks/>
          </p:cNvCxnSpPr>
          <p:nvPr/>
        </p:nvCxnSpPr>
        <p:spPr>
          <a:xfrm>
            <a:off x="8958446" y="1912160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5DB036C0-7C8C-4762-9ABE-273BB4FB382A}"/>
              </a:ext>
            </a:extLst>
          </p:cNvPr>
          <p:cNvCxnSpPr>
            <a:cxnSpLocks/>
          </p:cNvCxnSpPr>
          <p:nvPr/>
        </p:nvCxnSpPr>
        <p:spPr>
          <a:xfrm>
            <a:off x="8918554" y="1912160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6F13D244-2338-48ED-9A4F-B32E5D61001F}"/>
              </a:ext>
            </a:extLst>
          </p:cNvPr>
          <p:cNvCxnSpPr>
            <a:cxnSpLocks/>
          </p:cNvCxnSpPr>
          <p:nvPr/>
        </p:nvCxnSpPr>
        <p:spPr>
          <a:xfrm>
            <a:off x="8918120" y="1893298"/>
            <a:ext cx="61824" cy="31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1686F890-56D9-4249-BE2E-B48AE949278E}"/>
              </a:ext>
            </a:extLst>
          </p:cNvPr>
          <p:cNvCxnSpPr>
            <a:cxnSpLocks/>
          </p:cNvCxnSpPr>
          <p:nvPr/>
        </p:nvCxnSpPr>
        <p:spPr>
          <a:xfrm flipH="1">
            <a:off x="8862654" y="1786037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34D43C58-AB31-4BA5-9BDE-425CC79EBDDA}"/>
              </a:ext>
            </a:extLst>
          </p:cNvPr>
          <p:cNvCxnSpPr>
            <a:cxnSpLocks/>
          </p:cNvCxnSpPr>
          <p:nvPr/>
        </p:nvCxnSpPr>
        <p:spPr>
          <a:xfrm flipH="1">
            <a:off x="8966581" y="1850974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8034D757-1CC8-4361-B90B-8ACAD24A22AD}"/>
              </a:ext>
            </a:extLst>
          </p:cNvPr>
          <p:cNvCxnSpPr>
            <a:cxnSpLocks/>
          </p:cNvCxnSpPr>
          <p:nvPr/>
        </p:nvCxnSpPr>
        <p:spPr>
          <a:xfrm>
            <a:off x="8862654" y="1810727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132E8967-CBAD-4BB6-98AE-6F52CEEF5EE4}"/>
              </a:ext>
            </a:extLst>
          </p:cNvPr>
          <p:cNvCxnSpPr>
            <a:cxnSpLocks/>
          </p:cNvCxnSpPr>
          <p:nvPr/>
        </p:nvCxnSpPr>
        <p:spPr>
          <a:xfrm>
            <a:off x="9063902" y="1786037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86EB1CDC-9FB4-4B09-A832-3AF098426FDB}"/>
              </a:ext>
            </a:extLst>
          </p:cNvPr>
          <p:cNvCxnSpPr>
            <a:cxnSpLocks/>
          </p:cNvCxnSpPr>
          <p:nvPr/>
        </p:nvCxnSpPr>
        <p:spPr>
          <a:xfrm>
            <a:off x="8862654" y="1805469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12092D61-C726-4FEF-91FE-EFED22A69FA9}"/>
              </a:ext>
            </a:extLst>
          </p:cNvPr>
          <p:cNvCxnSpPr>
            <a:cxnSpLocks/>
          </p:cNvCxnSpPr>
          <p:nvPr/>
        </p:nvCxnSpPr>
        <p:spPr>
          <a:xfrm>
            <a:off x="8966966" y="1867203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F9785692-6588-48A2-8B77-9B0DDEE23473}"/>
              </a:ext>
            </a:extLst>
          </p:cNvPr>
          <p:cNvCxnSpPr>
            <a:cxnSpLocks/>
          </p:cNvCxnSpPr>
          <p:nvPr/>
        </p:nvCxnSpPr>
        <p:spPr>
          <a:xfrm>
            <a:off x="9176771" y="1850241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A4856CBD-5FC9-4B91-988E-51F0E339912E}"/>
              </a:ext>
            </a:extLst>
          </p:cNvPr>
          <p:cNvCxnSpPr>
            <a:cxnSpLocks/>
          </p:cNvCxnSpPr>
          <p:nvPr/>
        </p:nvCxnSpPr>
        <p:spPr>
          <a:xfrm flipH="1">
            <a:off x="8966581" y="1883456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9FEE1B7A-595C-433A-8F17-E6D64D98CD7C}"/>
              </a:ext>
            </a:extLst>
          </p:cNvPr>
          <p:cNvCxnSpPr>
            <a:cxnSpLocks/>
          </p:cNvCxnSpPr>
          <p:nvPr/>
        </p:nvCxnSpPr>
        <p:spPr>
          <a:xfrm>
            <a:off x="8860318" y="1844215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178CC7E4-6462-4CC5-9570-7C6D7A6E1069}"/>
              </a:ext>
            </a:extLst>
          </p:cNvPr>
          <p:cNvCxnSpPr>
            <a:cxnSpLocks/>
          </p:cNvCxnSpPr>
          <p:nvPr/>
        </p:nvCxnSpPr>
        <p:spPr>
          <a:xfrm flipV="1">
            <a:off x="8967153" y="1951709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A0425C03-9D91-4223-9F2B-7B57E8175357}"/>
              </a:ext>
            </a:extLst>
          </p:cNvPr>
          <p:cNvCxnSpPr>
            <a:cxnSpLocks/>
          </p:cNvCxnSpPr>
          <p:nvPr/>
        </p:nvCxnSpPr>
        <p:spPr>
          <a:xfrm>
            <a:off x="8918208" y="1876393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25915DD1-4762-4AB8-89D0-D6D403D0C9AA}"/>
              </a:ext>
            </a:extLst>
          </p:cNvPr>
          <p:cNvCxnSpPr>
            <a:cxnSpLocks/>
          </p:cNvCxnSpPr>
          <p:nvPr/>
        </p:nvCxnSpPr>
        <p:spPr>
          <a:xfrm>
            <a:off x="8910802" y="1930735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>
            <a:extLst>
              <a:ext uri="{FF2B5EF4-FFF2-40B4-BE49-F238E27FC236}">
                <a16:creationId xmlns:a16="http://schemas.microsoft.com/office/drawing/2014/main" id="{85116A1D-C513-40CF-B185-ADD8F1DA585F}"/>
              </a:ext>
            </a:extLst>
          </p:cNvPr>
          <p:cNvCxnSpPr>
            <a:cxnSpLocks/>
          </p:cNvCxnSpPr>
          <p:nvPr/>
        </p:nvCxnSpPr>
        <p:spPr>
          <a:xfrm>
            <a:off x="8964245" y="1902958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E031CFBA-A182-4701-9EC0-523258057FBF}"/>
              </a:ext>
            </a:extLst>
          </p:cNvPr>
          <p:cNvCxnSpPr>
            <a:cxnSpLocks/>
          </p:cNvCxnSpPr>
          <p:nvPr/>
        </p:nvCxnSpPr>
        <p:spPr>
          <a:xfrm>
            <a:off x="9028531" y="1902067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7DA83A1F-72F3-4F47-9914-F15C5E5FC623}"/>
              </a:ext>
            </a:extLst>
          </p:cNvPr>
          <p:cNvCxnSpPr>
            <a:cxnSpLocks/>
          </p:cNvCxnSpPr>
          <p:nvPr/>
        </p:nvCxnSpPr>
        <p:spPr>
          <a:xfrm>
            <a:off x="7663633" y="3808295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8D3F2443-8132-46E9-87B9-45939046642E}"/>
              </a:ext>
            </a:extLst>
          </p:cNvPr>
          <p:cNvCxnSpPr>
            <a:cxnSpLocks/>
          </p:cNvCxnSpPr>
          <p:nvPr/>
        </p:nvCxnSpPr>
        <p:spPr>
          <a:xfrm>
            <a:off x="7601747" y="3823138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07B13767-D62B-4C09-AB5B-563F85A3A927}"/>
              </a:ext>
            </a:extLst>
          </p:cNvPr>
          <p:cNvCxnSpPr>
            <a:cxnSpLocks/>
          </p:cNvCxnSpPr>
          <p:nvPr/>
        </p:nvCxnSpPr>
        <p:spPr>
          <a:xfrm flipV="1">
            <a:off x="7601747" y="3813540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E17E96C6-5D04-4043-8DE8-0609F2EBC079}"/>
              </a:ext>
            </a:extLst>
          </p:cNvPr>
          <p:cNvCxnSpPr>
            <a:cxnSpLocks/>
          </p:cNvCxnSpPr>
          <p:nvPr/>
        </p:nvCxnSpPr>
        <p:spPr>
          <a:xfrm flipH="1" flipV="1">
            <a:off x="7559715" y="3798320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971266BF-64CF-4067-A790-341E7B7746CC}"/>
              </a:ext>
            </a:extLst>
          </p:cNvPr>
          <p:cNvCxnSpPr>
            <a:cxnSpLocks/>
          </p:cNvCxnSpPr>
          <p:nvPr/>
        </p:nvCxnSpPr>
        <p:spPr>
          <a:xfrm flipH="1" flipV="1">
            <a:off x="7630685" y="3788385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7D593473-ADD6-4078-A417-BC42B76B49CF}"/>
              </a:ext>
            </a:extLst>
          </p:cNvPr>
          <p:cNvCxnSpPr>
            <a:cxnSpLocks/>
          </p:cNvCxnSpPr>
          <p:nvPr/>
        </p:nvCxnSpPr>
        <p:spPr>
          <a:xfrm flipH="1" flipV="1">
            <a:off x="7553518" y="3842929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6CFA5C59-A9E0-4D4E-9311-E309E5CE1924}"/>
              </a:ext>
            </a:extLst>
          </p:cNvPr>
          <p:cNvCxnSpPr>
            <a:cxnSpLocks/>
          </p:cNvCxnSpPr>
          <p:nvPr/>
        </p:nvCxnSpPr>
        <p:spPr>
          <a:xfrm flipV="1">
            <a:off x="7602526" y="3858531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15C3F70F-F746-4152-BD8A-AA634E8B7D11}"/>
              </a:ext>
            </a:extLst>
          </p:cNvPr>
          <p:cNvCxnSpPr>
            <a:cxnSpLocks/>
          </p:cNvCxnSpPr>
          <p:nvPr/>
        </p:nvCxnSpPr>
        <p:spPr>
          <a:xfrm flipV="1">
            <a:off x="7555736" y="3793123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BBABC5A1-85F3-4CE9-A595-8A7B13FED4DF}"/>
              </a:ext>
            </a:extLst>
          </p:cNvPr>
          <p:cNvCxnSpPr>
            <a:cxnSpLocks/>
          </p:cNvCxnSpPr>
          <p:nvPr/>
        </p:nvCxnSpPr>
        <p:spPr>
          <a:xfrm flipV="1">
            <a:off x="7550335" y="3786920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45E85B89-22EC-4B7B-851B-E3E2EA91E501}"/>
              </a:ext>
            </a:extLst>
          </p:cNvPr>
          <p:cNvCxnSpPr>
            <a:cxnSpLocks/>
          </p:cNvCxnSpPr>
          <p:nvPr/>
        </p:nvCxnSpPr>
        <p:spPr>
          <a:xfrm>
            <a:off x="7610226" y="3855057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546CA980-1F9C-4513-889F-16A3D8B0D238}"/>
              </a:ext>
            </a:extLst>
          </p:cNvPr>
          <p:cNvCxnSpPr>
            <a:cxnSpLocks/>
          </p:cNvCxnSpPr>
          <p:nvPr/>
        </p:nvCxnSpPr>
        <p:spPr>
          <a:xfrm>
            <a:off x="7608006" y="3840575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115">
            <a:extLst>
              <a:ext uri="{FF2B5EF4-FFF2-40B4-BE49-F238E27FC236}">
                <a16:creationId xmlns:a16="http://schemas.microsoft.com/office/drawing/2014/main" id="{11414CE8-D1D4-4D3A-A882-4DFA1C9B1489}"/>
              </a:ext>
            </a:extLst>
          </p:cNvPr>
          <p:cNvCxnSpPr>
            <a:cxnSpLocks/>
          </p:cNvCxnSpPr>
          <p:nvPr/>
        </p:nvCxnSpPr>
        <p:spPr>
          <a:xfrm>
            <a:off x="7563337" y="3830149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116">
            <a:extLst>
              <a:ext uri="{FF2B5EF4-FFF2-40B4-BE49-F238E27FC236}">
                <a16:creationId xmlns:a16="http://schemas.microsoft.com/office/drawing/2014/main" id="{298C4F4C-CBE4-4D41-98A7-E93F9E6FC3F1}"/>
              </a:ext>
            </a:extLst>
          </p:cNvPr>
          <p:cNvCxnSpPr>
            <a:cxnSpLocks/>
          </p:cNvCxnSpPr>
          <p:nvPr/>
        </p:nvCxnSpPr>
        <p:spPr>
          <a:xfrm>
            <a:off x="7576543" y="3814705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B0417378-0B52-4871-8541-03F1C04DE623}"/>
              </a:ext>
            </a:extLst>
          </p:cNvPr>
          <p:cNvCxnSpPr>
            <a:cxnSpLocks/>
          </p:cNvCxnSpPr>
          <p:nvPr/>
        </p:nvCxnSpPr>
        <p:spPr>
          <a:xfrm>
            <a:off x="7600811" y="382043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CF3F144A-95CC-43F6-98A2-244D809BEC18}"/>
              </a:ext>
            </a:extLst>
          </p:cNvPr>
          <p:cNvCxnSpPr>
            <a:cxnSpLocks/>
          </p:cNvCxnSpPr>
          <p:nvPr/>
        </p:nvCxnSpPr>
        <p:spPr>
          <a:xfrm>
            <a:off x="7590312" y="381128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>
            <a:extLst>
              <a:ext uri="{FF2B5EF4-FFF2-40B4-BE49-F238E27FC236}">
                <a16:creationId xmlns:a16="http://schemas.microsoft.com/office/drawing/2014/main" id="{963209C7-20CB-4BDC-B2AF-F3C73D814E28}"/>
              </a:ext>
            </a:extLst>
          </p:cNvPr>
          <p:cNvCxnSpPr>
            <a:cxnSpLocks/>
          </p:cNvCxnSpPr>
          <p:nvPr/>
        </p:nvCxnSpPr>
        <p:spPr>
          <a:xfrm>
            <a:off x="7560467" y="382526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>
            <a:extLst>
              <a:ext uri="{FF2B5EF4-FFF2-40B4-BE49-F238E27FC236}">
                <a16:creationId xmlns:a16="http://schemas.microsoft.com/office/drawing/2014/main" id="{4BE5943A-5922-49C1-8323-20F6F61E1EED}"/>
              </a:ext>
            </a:extLst>
          </p:cNvPr>
          <p:cNvCxnSpPr>
            <a:cxnSpLocks/>
          </p:cNvCxnSpPr>
          <p:nvPr/>
        </p:nvCxnSpPr>
        <p:spPr>
          <a:xfrm>
            <a:off x="7590050" y="3841985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>
            <a:extLst>
              <a:ext uri="{FF2B5EF4-FFF2-40B4-BE49-F238E27FC236}">
                <a16:creationId xmlns:a16="http://schemas.microsoft.com/office/drawing/2014/main" id="{4A95328E-A99A-4923-9628-5F88A30D4C4B}"/>
              </a:ext>
            </a:extLst>
          </p:cNvPr>
          <p:cNvCxnSpPr>
            <a:cxnSpLocks/>
          </p:cNvCxnSpPr>
          <p:nvPr/>
        </p:nvCxnSpPr>
        <p:spPr>
          <a:xfrm>
            <a:off x="7662854" y="3804931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E878CDF9-98F4-4868-9720-6A28FAC226DD}"/>
              </a:ext>
            </a:extLst>
          </p:cNvPr>
          <p:cNvCxnSpPr>
            <a:cxnSpLocks/>
          </p:cNvCxnSpPr>
          <p:nvPr/>
        </p:nvCxnSpPr>
        <p:spPr>
          <a:xfrm>
            <a:off x="7600968" y="3819774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E4F72317-C35C-4E67-8334-A7AF8E2DCB92}"/>
              </a:ext>
            </a:extLst>
          </p:cNvPr>
          <p:cNvCxnSpPr>
            <a:cxnSpLocks/>
          </p:cNvCxnSpPr>
          <p:nvPr/>
        </p:nvCxnSpPr>
        <p:spPr>
          <a:xfrm flipV="1">
            <a:off x="7605917" y="3810276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A22F55B9-44EE-4355-A141-508509E336A0}"/>
              </a:ext>
            </a:extLst>
          </p:cNvPr>
          <p:cNvCxnSpPr>
            <a:cxnSpLocks/>
          </p:cNvCxnSpPr>
          <p:nvPr/>
        </p:nvCxnSpPr>
        <p:spPr>
          <a:xfrm flipH="1" flipV="1">
            <a:off x="7558936" y="3794956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56C73C0D-E6EB-4C18-8B13-A30383F4AE94}"/>
              </a:ext>
            </a:extLst>
          </p:cNvPr>
          <p:cNvCxnSpPr>
            <a:cxnSpLocks/>
          </p:cNvCxnSpPr>
          <p:nvPr/>
        </p:nvCxnSpPr>
        <p:spPr>
          <a:xfrm flipH="1" flipV="1">
            <a:off x="7629906" y="3785021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6B30CED1-C730-4B72-B878-E999C8D13A87}"/>
              </a:ext>
            </a:extLst>
          </p:cNvPr>
          <p:cNvCxnSpPr>
            <a:cxnSpLocks/>
          </p:cNvCxnSpPr>
          <p:nvPr/>
        </p:nvCxnSpPr>
        <p:spPr>
          <a:xfrm flipH="1" flipV="1">
            <a:off x="7552739" y="3839565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>
            <a:extLst>
              <a:ext uri="{FF2B5EF4-FFF2-40B4-BE49-F238E27FC236}">
                <a16:creationId xmlns:a16="http://schemas.microsoft.com/office/drawing/2014/main" id="{F7DA8AE4-780C-44F5-B4BA-7E30C7A7AF73}"/>
              </a:ext>
            </a:extLst>
          </p:cNvPr>
          <p:cNvCxnSpPr>
            <a:cxnSpLocks/>
          </p:cNvCxnSpPr>
          <p:nvPr/>
        </p:nvCxnSpPr>
        <p:spPr>
          <a:xfrm flipV="1">
            <a:off x="7601747" y="3855167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Connecteur droit 128">
            <a:extLst>
              <a:ext uri="{FF2B5EF4-FFF2-40B4-BE49-F238E27FC236}">
                <a16:creationId xmlns:a16="http://schemas.microsoft.com/office/drawing/2014/main" id="{43BA400E-3B1D-4514-9C51-F0F87CE0BE09}"/>
              </a:ext>
            </a:extLst>
          </p:cNvPr>
          <p:cNvCxnSpPr>
            <a:cxnSpLocks/>
          </p:cNvCxnSpPr>
          <p:nvPr/>
        </p:nvCxnSpPr>
        <p:spPr>
          <a:xfrm flipV="1">
            <a:off x="7554957" y="3789759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129">
            <a:extLst>
              <a:ext uri="{FF2B5EF4-FFF2-40B4-BE49-F238E27FC236}">
                <a16:creationId xmlns:a16="http://schemas.microsoft.com/office/drawing/2014/main" id="{E9A7AFC1-DEF2-47ED-811A-34183B13236E}"/>
              </a:ext>
            </a:extLst>
          </p:cNvPr>
          <p:cNvCxnSpPr>
            <a:cxnSpLocks/>
          </p:cNvCxnSpPr>
          <p:nvPr/>
        </p:nvCxnSpPr>
        <p:spPr>
          <a:xfrm flipV="1">
            <a:off x="7549556" y="3783556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Parallélogramme 787">
            <a:extLst>
              <a:ext uri="{FF2B5EF4-FFF2-40B4-BE49-F238E27FC236}">
                <a16:creationId xmlns:a16="http://schemas.microsoft.com/office/drawing/2014/main" id="{EE5F9C16-1EBF-49DD-9B65-905329D19ABB}"/>
              </a:ext>
            </a:extLst>
          </p:cNvPr>
          <p:cNvSpPr/>
          <p:nvPr/>
        </p:nvSpPr>
        <p:spPr>
          <a:xfrm rot="12360215">
            <a:off x="8942234" y="3581444"/>
            <a:ext cx="176304" cy="74376"/>
          </a:xfrm>
          <a:custGeom>
            <a:avLst/>
            <a:gdLst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635616 w 635616"/>
              <a:gd name="connsiteY2" fmla="*/ 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43224 h 243224"/>
              <a:gd name="connsiteX1" fmla="*/ 0 w 635616"/>
              <a:gd name="connsiteY1" fmla="*/ 1109 h 243224"/>
              <a:gd name="connsiteX2" fmla="*/ 522478 w 635616"/>
              <a:gd name="connsiteY2" fmla="*/ 0 h 243224"/>
              <a:gd name="connsiteX3" fmla="*/ 635616 w 635616"/>
              <a:gd name="connsiteY3" fmla="*/ 243224 h 243224"/>
              <a:gd name="connsiteX4" fmla="*/ 0 w 635616"/>
              <a:gd name="connsiteY4" fmla="*/ 243224 h 243224"/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470203 w 635616"/>
              <a:gd name="connsiteY2" fmla="*/ 1447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57243 h 257243"/>
              <a:gd name="connsiteX1" fmla="*/ 0 w 635616"/>
              <a:gd name="connsiteY1" fmla="*/ 15128 h 257243"/>
              <a:gd name="connsiteX2" fmla="*/ 520165 w 635616"/>
              <a:gd name="connsiteY2" fmla="*/ 0 h 257243"/>
              <a:gd name="connsiteX3" fmla="*/ 635616 w 635616"/>
              <a:gd name="connsiteY3" fmla="*/ 257243 h 257243"/>
              <a:gd name="connsiteX4" fmla="*/ 0 w 635616"/>
              <a:gd name="connsiteY4" fmla="*/ 257243 h 257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616" h="257243">
                <a:moveTo>
                  <a:pt x="0" y="257243"/>
                </a:moveTo>
                <a:lnTo>
                  <a:pt x="0" y="15128"/>
                </a:lnTo>
                <a:lnTo>
                  <a:pt x="520165" y="0"/>
                </a:lnTo>
                <a:lnTo>
                  <a:pt x="635616" y="257243"/>
                </a:lnTo>
                <a:lnTo>
                  <a:pt x="0" y="257243"/>
                </a:lnTo>
                <a:close/>
              </a:path>
            </a:pathLst>
          </a:custGeom>
          <a:blipFill>
            <a:blip r:embed="rId3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Parallélogramme 131">
            <a:extLst>
              <a:ext uri="{FF2B5EF4-FFF2-40B4-BE49-F238E27FC236}">
                <a16:creationId xmlns:a16="http://schemas.microsoft.com/office/drawing/2014/main" id="{DE9DC9A5-4EFC-4089-AB55-2F35DB2C7962}"/>
              </a:ext>
            </a:extLst>
          </p:cNvPr>
          <p:cNvSpPr/>
          <p:nvPr/>
        </p:nvSpPr>
        <p:spPr>
          <a:xfrm rot="21186520">
            <a:off x="8965097" y="3645314"/>
            <a:ext cx="167552" cy="73953"/>
          </a:xfrm>
          <a:prstGeom prst="parallelogram">
            <a:avLst>
              <a:gd name="adj" fmla="val 18485"/>
            </a:avLst>
          </a:prstGeom>
          <a:blipFill>
            <a:blip r:embed="rId4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E6089F70-B37C-4E2E-A47A-26009710B60C}"/>
              </a:ext>
            </a:extLst>
          </p:cNvPr>
          <p:cNvCxnSpPr>
            <a:cxnSpLocks/>
          </p:cNvCxnSpPr>
          <p:nvPr/>
        </p:nvCxnSpPr>
        <p:spPr>
          <a:xfrm>
            <a:off x="7788432" y="3923903"/>
            <a:ext cx="0" cy="807378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avec flèche 133">
            <a:extLst>
              <a:ext uri="{FF2B5EF4-FFF2-40B4-BE49-F238E27FC236}">
                <a16:creationId xmlns:a16="http://schemas.microsoft.com/office/drawing/2014/main" id="{CBA804BD-3028-49D8-908A-815F44905313}"/>
              </a:ext>
            </a:extLst>
          </p:cNvPr>
          <p:cNvCxnSpPr>
            <a:cxnSpLocks/>
          </p:cNvCxnSpPr>
          <p:nvPr/>
        </p:nvCxnSpPr>
        <p:spPr>
          <a:xfrm flipV="1">
            <a:off x="6428740" y="3043280"/>
            <a:ext cx="1607701" cy="165601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98E94AAE-0960-4D6C-88B4-9705653170C2}"/>
              </a:ext>
            </a:extLst>
          </p:cNvPr>
          <p:cNvSpPr txBox="1"/>
          <p:nvPr/>
        </p:nvSpPr>
        <p:spPr>
          <a:xfrm>
            <a:off x="7756213" y="4152730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870mm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D53C4872-0ECA-4733-B6B4-69638221023D}"/>
              </a:ext>
            </a:extLst>
          </p:cNvPr>
          <p:cNvSpPr txBox="1"/>
          <p:nvPr/>
        </p:nvSpPr>
        <p:spPr>
          <a:xfrm>
            <a:off x="9331626" y="2631219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1300mm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BDC0754B-7422-48EB-8C80-750CCCC152E9}"/>
              </a:ext>
            </a:extLst>
          </p:cNvPr>
          <p:cNvSpPr txBox="1"/>
          <p:nvPr/>
        </p:nvSpPr>
        <p:spPr>
          <a:xfrm rot="1677261">
            <a:off x="6678168" y="3944938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1000mm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CCC4F4-6E8E-4061-841F-FC2828AF3FCB}"/>
              </a:ext>
            </a:extLst>
          </p:cNvPr>
          <p:cNvSpPr txBox="1"/>
          <p:nvPr/>
        </p:nvSpPr>
        <p:spPr>
          <a:xfrm rot="21213515">
            <a:off x="6748491" y="2789469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1000mm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4F48C961-BCEA-4CC9-ABBD-1C4CE259A900}"/>
              </a:ext>
            </a:extLst>
          </p:cNvPr>
          <p:cNvCxnSpPr>
            <a:cxnSpLocks/>
          </p:cNvCxnSpPr>
          <p:nvPr/>
        </p:nvCxnSpPr>
        <p:spPr>
          <a:xfrm>
            <a:off x="2596250" y="3160435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3F145D8B-2F13-456A-83FA-9FF0CFAEB597}"/>
              </a:ext>
            </a:extLst>
          </p:cNvPr>
          <p:cNvCxnSpPr>
            <a:cxnSpLocks/>
          </p:cNvCxnSpPr>
          <p:nvPr/>
        </p:nvCxnSpPr>
        <p:spPr>
          <a:xfrm flipH="1">
            <a:off x="3637363" y="3546924"/>
            <a:ext cx="1535804" cy="15726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35DD1F24-6189-4725-B793-963D1484252B}"/>
              </a:ext>
            </a:extLst>
          </p:cNvPr>
          <p:cNvCxnSpPr>
            <a:cxnSpLocks/>
          </p:cNvCxnSpPr>
          <p:nvPr/>
        </p:nvCxnSpPr>
        <p:spPr>
          <a:xfrm>
            <a:off x="2596249" y="3160435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>
            <a:extLst>
              <a:ext uri="{FF2B5EF4-FFF2-40B4-BE49-F238E27FC236}">
                <a16:creationId xmlns:a16="http://schemas.microsoft.com/office/drawing/2014/main" id="{153E11AC-ED92-4AB3-B051-382FB6D8CE96}"/>
              </a:ext>
            </a:extLst>
          </p:cNvPr>
          <p:cNvCxnSpPr>
            <a:cxnSpLocks/>
          </p:cNvCxnSpPr>
          <p:nvPr/>
        </p:nvCxnSpPr>
        <p:spPr>
          <a:xfrm>
            <a:off x="2596250" y="3204201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>
            <a:extLst>
              <a:ext uri="{FF2B5EF4-FFF2-40B4-BE49-F238E27FC236}">
                <a16:creationId xmlns:a16="http://schemas.microsoft.com/office/drawing/2014/main" id="{579817FB-41CB-464C-BB08-3FB322F3A9C7}"/>
              </a:ext>
            </a:extLst>
          </p:cNvPr>
          <p:cNvCxnSpPr>
            <a:cxnSpLocks/>
          </p:cNvCxnSpPr>
          <p:nvPr/>
        </p:nvCxnSpPr>
        <p:spPr>
          <a:xfrm>
            <a:off x="5173167" y="3549158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>
            <a:extLst>
              <a:ext uri="{FF2B5EF4-FFF2-40B4-BE49-F238E27FC236}">
                <a16:creationId xmlns:a16="http://schemas.microsoft.com/office/drawing/2014/main" id="{13681D16-818C-41FD-9727-EB8D3D02AFA5}"/>
              </a:ext>
            </a:extLst>
          </p:cNvPr>
          <p:cNvCxnSpPr>
            <a:cxnSpLocks/>
          </p:cNvCxnSpPr>
          <p:nvPr/>
        </p:nvCxnSpPr>
        <p:spPr>
          <a:xfrm flipH="1">
            <a:off x="3637363" y="3592924"/>
            <a:ext cx="1535804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eur droit 144">
            <a:extLst>
              <a:ext uri="{FF2B5EF4-FFF2-40B4-BE49-F238E27FC236}">
                <a16:creationId xmlns:a16="http://schemas.microsoft.com/office/drawing/2014/main" id="{D81B62B3-AFA1-45AA-83A3-263028685FE0}"/>
              </a:ext>
            </a:extLst>
          </p:cNvPr>
          <p:cNvCxnSpPr>
            <a:cxnSpLocks/>
          </p:cNvCxnSpPr>
          <p:nvPr/>
        </p:nvCxnSpPr>
        <p:spPr>
          <a:xfrm>
            <a:off x="3635609" y="3704186"/>
            <a:ext cx="1754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Image 145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F400F543-22DD-4F3C-84AE-04462FFBB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464" y="4110752"/>
            <a:ext cx="214699" cy="214699"/>
          </a:xfrm>
          <a:prstGeom prst="rect">
            <a:avLst/>
          </a:prstGeom>
        </p:spPr>
      </p:pic>
      <p:cxnSp>
        <p:nvCxnSpPr>
          <p:cNvPr id="147" name="Connecteur droit 146">
            <a:extLst>
              <a:ext uri="{FF2B5EF4-FFF2-40B4-BE49-F238E27FC236}">
                <a16:creationId xmlns:a16="http://schemas.microsoft.com/office/drawing/2014/main" id="{7D1262B8-9695-4405-BF7B-831D4B873F34}"/>
              </a:ext>
            </a:extLst>
          </p:cNvPr>
          <p:cNvCxnSpPr>
            <a:cxnSpLocks/>
          </p:cNvCxnSpPr>
          <p:nvPr/>
        </p:nvCxnSpPr>
        <p:spPr>
          <a:xfrm>
            <a:off x="2746464" y="3277282"/>
            <a:ext cx="0" cy="867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147">
            <a:extLst>
              <a:ext uri="{FF2B5EF4-FFF2-40B4-BE49-F238E27FC236}">
                <a16:creationId xmlns:a16="http://schemas.microsoft.com/office/drawing/2014/main" id="{4F6D6293-737E-4BC1-8C17-1301C236E44A}"/>
              </a:ext>
            </a:extLst>
          </p:cNvPr>
          <p:cNvCxnSpPr>
            <a:cxnSpLocks/>
          </p:cNvCxnSpPr>
          <p:nvPr/>
        </p:nvCxnSpPr>
        <p:spPr>
          <a:xfrm>
            <a:off x="2780583" y="3300230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>
            <a:extLst>
              <a:ext uri="{FF2B5EF4-FFF2-40B4-BE49-F238E27FC236}">
                <a16:creationId xmlns:a16="http://schemas.microsoft.com/office/drawing/2014/main" id="{AC868886-C718-4240-A7C7-AF9032B49C03}"/>
              </a:ext>
            </a:extLst>
          </p:cNvPr>
          <p:cNvCxnSpPr>
            <a:cxnSpLocks/>
          </p:cNvCxnSpPr>
          <p:nvPr/>
        </p:nvCxnSpPr>
        <p:spPr>
          <a:xfrm>
            <a:off x="2800753" y="3317891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149">
            <a:extLst>
              <a:ext uri="{FF2B5EF4-FFF2-40B4-BE49-F238E27FC236}">
                <a16:creationId xmlns:a16="http://schemas.microsoft.com/office/drawing/2014/main" id="{386C85DF-71D9-4F15-99BE-F5EC29EFA35D}"/>
              </a:ext>
            </a:extLst>
          </p:cNvPr>
          <p:cNvCxnSpPr>
            <a:cxnSpLocks/>
          </p:cNvCxnSpPr>
          <p:nvPr/>
        </p:nvCxnSpPr>
        <p:spPr>
          <a:xfrm flipV="1">
            <a:off x="2780583" y="4121630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150">
            <a:extLst>
              <a:ext uri="{FF2B5EF4-FFF2-40B4-BE49-F238E27FC236}">
                <a16:creationId xmlns:a16="http://schemas.microsoft.com/office/drawing/2014/main" id="{53DD5F0D-4FEC-440E-8CCB-C8F7ED134EBB}"/>
              </a:ext>
            </a:extLst>
          </p:cNvPr>
          <p:cNvCxnSpPr>
            <a:cxnSpLocks/>
          </p:cNvCxnSpPr>
          <p:nvPr/>
        </p:nvCxnSpPr>
        <p:spPr>
          <a:xfrm>
            <a:off x="2740814" y="4140739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2" name="Image 151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AAB3C832-3DAA-4D05-9210-28BE99742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123" y="4534821"/>
            <a:ext cx="214699" cy="214699"/>
          </a:xfrm>
          <a:prstGeom prst="rect">
            <a:avLst/>
          </a:prstGeom>
        </p:spPr>
      </p:pic>
      <p:cxnSp>
        <p:nvCxnSpPr>
          <p:cNvPr id="153" name="Connecteur droit 152">
            <a:extLst>
              <a:ext uri="{FF2B5EF4-FFF2-40B4-BE49-F238E27FC236}">
                <a16:creationId xmlns:a16="http://schemas.microsoft.com/office/drawing/2014/main" id="{DCF0A455-FB9D-4202-AC10-A0C35B46A6E8}"/>
              </a:ext>
            </a:extLst>
          </p:cNvPr>
          <p:cNvCxnSpPr>
            <a:cxnSpLocks/>
          </p:cNvCxnSpPr>
          <p:nvPr/>
        </p:nvCxnSpPr>
        <p:spPr>
          <a:xfrm>
            <a:off x="3694698" y="3747952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eur droit 153">
            <a:extLst>
              <a:ext uri="{FF2B5EF4-FFF2-40B4-BE49-F238E27FC236}">
                <a16:creationId xmlns:a16="http://schemas.microsoft.com/office/drawing/2014/main" id="{37036C54-D495-406E-9D7E-8CDC480DA7FB}"/>
              </a:ext>
            </a:extLst>
          </p:cNvPr>
          <p:cNvCxnSpPr>
            <a:cxnSpLocks/>
          </p:cNvCxnSpPr>
          <p:nvPr/>
        </p:nvCxnSpPr>
        <p:spPr>
          <a:xfrm>
            <a:off x="3663473" y="3747952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2B14E4FA-F65B-4AD0-A022-430C013904C2}"/>
              </a:ext>
            </a:extLst>
          </p:cNvPr>
          <p:cNvCxnSpPr>
            <a:cxnSpLocks/>
          </p:cNvCxnSpPr>
          <p:nvPr/>
        </p:nvCxnSpPr>
        <p:spPr>
          <a:xfrm>
            <a:off x="3715153" y="3747952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EB00139E-772D-4EFD-B9BC-F211680588D3}"/>
              </a:ext>
            </a:extLst>
          </p:cNvPr>
          <p:cNvCxnSpPr>
            <a:cxnSpLocks/>
          </p:cNvCxnSpPr>
          <p:nvPr/>
        </p:nvCxnSpPr>
        <p:spPr>
          <a:xfrm>
            <a:off x="3663473" y="4564679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7EDE9537-389E-4454-96C7-3E5F5EAACFF3}"/>
              </a:ext>
            </a:extLst>
          </p:cNvPr>
          <p:cNvCxnSpPr>
            <a:cxnSpLocks/>
          </p:cNvCxnSpPr>
          <p:nvPr/>
        </p:nvCxnSpPr>
        <p:spPr>
          <a:xfrm flipV="1">
            <a:off x="3692412" y="4549686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08A024B9-3D16-4459-8F2E-F526AFE38877}"/>
              </a:ext>
            </a:extLst>
          </p:cNvPr>
          <p:cNvCxnSpPr>
            <a:cxnSpLocks/>
          </p:cNvCxnSpPr>
          <p:nvPr/>
        </p:nvCxnSpPr>
        <p:spPr>
          <a:xfrm>
            <a:off x="4134339" y="3005407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158">
            <a:extLst>
              <a:ext uri="{FF2B5EF4-FFF2-40B4-BE49-F238E27FC236}">
                <a16:creationId xmlns:a16="http://schemas.microsoft.com/office/drawing/2014/main" id="{14FE669F-B888-4490-B113-52B74444F6FE}"/>
              </a:ext>
            </a:extLst>
          </p:cNvPr>
          <p:cNvCxnSpPr>
            <a:cxnSpLocks/>
          </p:cNvCxnSpPr>
          <p:nvPr/>
        </p:nvCxnSpPr>
        <p:spPr>
          <a:xfrm>
            <a:off x="4103114" y="3005407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 droit 159">
            <a:extLst>
              <a:ext uri="{FF2B5EF4-FFF2-40B4-BE49-F238E27FC236}">
                <a16:creationId xmlns:a16="http://schemas.microsoft.com/office/drawing/2014/main" id="{31579F72-5D54-41EB-98A5-60C82BE1AF46}"/>
              </a:ext>
            </a:extLst>
          </p:cNvPr>
          <p:cNvCxnSpPr>
            <a:cxnSpLocks/>
          </p:cNvCxnSpPr>
          <p:nvPr/>
        </p:nvCxnSpPr>
        <p:spPr>
          <a:xfrm>
            <a:off x="4154794" y="3005407"/>
            <a:ext cx="0" cy="80373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160">
            <a:extLst>
              <a:ext uri="{FF2B5EF4-FFF2-40B4-BE49-F238E27FC236}">
                <a16:creationId xmlns:a16="http://schemas.microsoft.com/office/drawing/2014/main" id="{ECEDB462-53D3-46CA-B980-2DA29EB7C6B8}"/>
              </a:ext>
            </a:extLst>
          </p:cNvPr>
          <p:cNvCxnSpPr>
            <a:cxnSpLocks/>
          </p:cNvCxnSpPr>
          <p:nvPr/>
        </p:nvCxnSpPr>
        <p:spPr>
          <a:xfrm>
            <a:off x="4132053" y="3005407"/>
            <a:ext cx="1041114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161">
            <a:extLst>
              <a:ext uri="{FF2B5EF4-FFF2-40B4-BE49-F238E27FC236}">
                <a16:creationId xmlns:a16="http://schemas.microsoft.com/office/drawing/2014/main" id="{EDA54A2D-B21A-4FFE-BAD8-9BA1ADF98D65}"/>
              </a:ext>
            </a:extLst>
          </p:cNvPr>
          <p:cNvCxnSpPr>
            <a:cxnSpLocks/>
          </p:cNvCxnSpPr>
          <p:nvPr/>
        </p:nvCxnSpPr>
        <p:spPr>
          <a:xfrm flipH="1">
            <a:off x="2596251" y="3005407"/>
            <a:ext cx="1535802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Image 162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EFC79D6E-D0F3-422C-B7A5-DE183624E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764" y="3775572"/>
            <a:ext cx="214699" cy="214699"/>
          </a:xfrm>
          <a:prstGeom prst="rect">
            <a:avLst/>
          </a:prstGeom>
        </p:spPr>
      </p:pic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6C2B465A-278E-4EB6-B841-1DE3FEB8B8C1}"/>
              </a:ext>
            </a:extLst>
          </p:cNvPr>
          <p:cNvCxnSpPr>
            <a:cxnSpLocks/>
          </p:cNvCxnSpPr>
          <p:nvPr/>
        </p:nvCxnSpPr>
        <p:spPr>
          <a:xfrm>
            <a:off x="4103815" y="3817358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164">
            <a:extLst>
              <a:ext uri="{FF2B5EF4-FFF2-40B4-BE49-F238E27FC236}">
                <a16:creationId xmlns:a16="http://schemas.microsoft.com/office/drawing/2014/main" id="{77E232E1-2936-43A9-83BD-2B6D692B9549}"/>
              </a:ext>
            </a:extLst>
          </p:cNvPr>
          <p:cNvCxnSpPr>
            <a:cxnSpLocks/>
          </p:cNvCxnSpPr>
          <p:nvPr/>
        </p:nvCxnSpPr>
        <p:spPr>
          <a:xfrm flipV="1">
            <a:off x="4132754" y="3802365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165">
            <a:extLst>
              <a:ext uri="{FF2B5EF4-FFF2-40B4-BE49-F238E27FC236}">
                <a16:creationId xmlns:a16="http://schemas.microsoft.com/office/drawing/2014/main" id="{C57BFADE-023D-46C0-BE0B-57FC62DE591E}"/>
              </a:ext>
            </a:extLst>
          </p:cNvPr>
          <p:cNvCxnSpPr>
            <a:cxnSpLocks/>
          </p:cNvCxnSpPr>
          <p:nvPr/>
        </p:nvCxnSpPr>
        <p:spPr>
          <a:xfrm>
            <a:off x="4103815" y="3696244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166">
            <a:extLst>
              <a:ext uri="{FF2B5EF4-FFF2-40B4-BE49-F238E27FC236}">
                <a16:creationId xmlns:a16="http://schemas.microsoft.com/office/drawing/2014/main" id="{03AFFDE2-1D71-492D-A672-5565D006C762}"/>
              </a:ext>
            </a:extLst>
          </p:cNvPr>
          <p:cNvCxnSpPr>
            <a:cxnSpLocks/>
          </p:cNvCxnSpPr>
          <p:nvPr/>
        </p:nvCxnSpPr>
        <p:spPr>
          <a:xfrm>
            <a:off x="4155495" y="3696244"/>
            <a:ext cx="0" cy="12111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eur droit 167">
            <a:extLst>
              <a:ext uri="{FF2B5EF4-FFF2-40B4-BE49-F238E27FC236}">
                <a16:creationId xmlns:a16="http://schemas.microsoft.com/office/drawing/2014/main" id="{DC17DF66-4D01-4BBC-BB99-CAEFD39966B0}"/>
              </a:ext>
            </a:extLst>
          </p:cNvPr>
          <p:cNvCxnSpPr>
            <a:cxnSpLocks/>
          </p:cNvCxnSpPr>
          <p:nvPr/>
        </p:nvCxnSpPr>
        <p:spPr>
          <a:xfrm>
            <a:off x="4136474" y="3696244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9" name="Image 168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FE9E6C72-79FA-4BD6-AC94-723D47808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580" y="4427471"/>
            <a:ext cx="214699" cy="214699"/>
          </a:xfrm>
          <a:prstGeom prst="rect">
            <a:avLst/>
          </a:prstGeom>
        </p:spPr>
      </p:pic>
      <p:cxnSp>
        <p:nvCxnSpPr>
          <p:cNvPr id="170" name="Connecteur droit 169">
            <a:extLst>
              <a:ext uri="{FF2B5EF4-FFF2-40B4-BE49-F238E27FC236}">
                <a16:creationId xmlns:a16="http://schemas.microsoft.com/office/drawing/2014/main" id="{5C3BFF79-71AD-48E2-BBE4-509E21FBD1BD}"/>
              </a:ext>
            </a:extLst>
          </p:cNvPr>
          <p:cNvCxnSpPr>
            <a:cxnSpLocks/>
          </p:cNvCxnSpPr>
          <p:nvPr/>
        </p:nvCxnSpPr>
        <p:spPr>
          <a:xfrm>
            <a:off x="5141284" y="1714974"/>
            <a:ext cx="0" cy="181710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eur droit 170">
            <a:extLst>
              <a:ext uri="{FF2B5EF4-FFF2-40B4-BE49-F238E27FC236}">
                <a16:creationId xmlns:a16="http://schemas.microsoft.com/office/drawing/2014/main" id="{12BA5DE0-F646-423C-8431-20F530DB53EB}"/>
              </a:ext>
            </a:extLst>
          </p:cNvPr>
          <p:cNvCxnSpPr>
            <a:cxnSpLocks/>
          </p:cNvCxnSpPr>
          <p:nvPr/>
        </p:nvCxnSpPr>
        <p:spPr>
          <a:xfrm>
            <a:off x="5115444" y="1714974"/>
            <a:ext cx="0" cy="183195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eur droit 171">
            <a:extLst>
              <a:ext uri="{FF2B5EF4-FFF2-40B4-BE49-F238E27FC236}">
                <a16:creationId xmlns:a16="http://schemas.microsoft.com/office/drawing/2014/main" id="{71E4A0F0-4D8A-4D1E-BA73-04A23F6E6CC3}"/>
              </a:ext>
            </a:extLst>
          </p:cNvPr>
          <p:cNvCxnSpPr>
            <a:cxnSpLocks/>
          </p:cNvCxnSpPr>
          <p:nvPr/>
        </p:nvCxnSpPr>
        <p:spPr>
          <a:xfrm>
            <a:off x="5160114" y="1714974"/>
            <a:ext cx="1" cy="183656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172">
            <a:extLst>
              <a:ext uri="{FF2B5EF4-FFF2-40B4-BE49-F238E27FC236}">
                <a16:creationId xmlns:a16="http://schemas.microsoft.com/office/drawing/2014/main" id="{378B84D2-5A74-4D5E-8098-568F47A3357D}"/>
              </a:ext>
            </a:extLst>
          </p:cNvPr>
          <p:cNvCxnSpPr>
            <a:cxnSpLocks/>
          </p:cNvCxnSpPr>
          <p:nvPr/>
        </p:nvCxnSpPr>
        <p:spPr>
          <a:xfrm flipH="1">
            <a:off x="4898025" y="1611831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>
            <a:extLst>
              <a:ext uri="{FF2B5EF4-FFF2-40B4-BE49-F238E27FC236}">
                <a16:creationId xmlns:a16="http://schemas.microsoft.com/office/drawing/2014/main" id="{8CD8A693-FAAD-45F7-9E97-152EA6B41A93}"/>
              </a:ext>
            </a:extLst>
          </p:cNvPr>
          <p:cNvCxnSpPr>
            <a:cxnSpLocks/>
          </p:cNvCxnSpPr>
          <p:nvPr/>
        </p:nvCxnSpPr>
        <p:spPr>
          <a:xfrm flipH="1">
            <a:off x="5001952" y="1676768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eur droit 174">
            <a:extLst>
              <a:ext uri="{FF2B5EF4-FFF2-40B4-BE49-F238E27FC236}">
                <a16:creationId xmlns:a16="http://schemas.microsoft.com/office/drawing/2014/main" id="{35456312-865C-4876-906A-CEA9F4FEC440}"/>
              </a:ext>
            </a:extLst>
          </p:cNvPr>
          <p:cNvCxnSpPr>
            <a:cxnSpLocks/>
          </p:cNvCxnSpPr>
          <p:nvPr/>
        </p:nvCxnSpPr>
        <p:spPr>
          <a:xfrm>
            <a:off x="4898025" y="1636521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175">
            <a:extLst>
              <a:ext uri="{FF2B5EF4-FFF2-40B4-BE49-F238E27FC236}">
                <a16:creationId xmlns:a16="http://schemas.microsoft.com/office/drawing/2014/main" id="{A2D3C79E-465E-4DBD-B852-996087355218}"/>
              </a:ext>
            </a:extLst>
          </p:cNvPr>
          <p:cNvCxnSpPr>
            <a:cxnSpLocks/>
          </p:cNvCxnSpPr>
          <p:nvPr/>
        </p:nvCxnSpPr>
        <p:spPr>
          <a:xfrm>
            <a:off x="5099273" y="1611831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176">
            <a:extLst>
              <a:ext uri="{FF2B5EF4-FFF2-40B4-BE49-F238E27FC236}">
                <a16:creationId xmlns:a16="http://schemas.microsoft.com/office/drawing/2014/main" id="{F03BECA2-9661-4E98-9B31-BC66E749DE49}"/>
              </a:ext>
            </a:extLst>
          </p:cNvPr>
          <p:cNvCxnSpPr>
            <a:cxnSpLocks/>
          </p:cNvCxnSpPr>
          <p:nvPr/>
        </p:nvCxnSpPr>
        <p:spPr>
          <a:xfrm>
            <a:off x="4898025" y="1631263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eur droit 177">
            <a:extLst>
              <a:ext uri="{FF2B5EF4-FFF2-40B4-BE49-F238E27FC236}">
                <a16:creationId xmlns:a16="http://schemas.microsoft.com/office/drawing/2014/main" id="{30514981-2623-4211-80BB-79B86D0FB080}"/>
              </a:ext>
            </a:extLst>
          </p:cNvPr>
          <p:cNvCxnSpPr>
            <a:cxnSpLocks/>
          </p:cNvCxnSpPr>
          <p:nvPr/>
        </p:nvCxnSpPr>
        <p:spPr>
          <a:xfrm>
            <a:off x="5002337" y="1692997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eur droit 178">
            <a:extLst>
              <a:ext uri="{FF2B5EF4-FFF2-40B4-BE49-F238E27FC236}">
                <a16:creationId xmlns:a16="http://schemas.microsoft.com/office/drawing/2014/main" id="{5C0DA885-07D9-43AC-B65C-18BAA5F5CACB}"/>
              </a:ext>
            </a:extLst>
          </p:cNvPr>
          <p:cNvCxnSpPr>
            <a:cxnSpLocks/>
          </p:cNvCxnSpPr>
          <p:nvPr/>
        </p:nvCxnSpPr>
        <p:spPr>
          <a:xfrm>
            <a:off x="5212142" y="1676035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eur droit 179">
            <a:extLst>
              <a:ext uri="{FF2B5EF4-FFF2-40B4-BE49-F238E27FC236}">
                <a16:creationId xmlns:a16="http://schemas.microsoft.com/office/drawing/2014/main" id="{D6B680BD-862A-4CC3-AD08-8BE3BD2796C4}"/>
              </a:ext>
            </a:extLst>
          </p:cNvPr>
          <p:cNvCxnSpPr>
            <a:cxnSpLocks/>
          </p:cNvCxnSpPr>
          <p:nvPr/>
        </p:nvCxnSpPr>
        <p:spPr>
          <a:xfrm flipH="1">
            <a:off x="5001952" y="1709250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eur droit 180">
            <a:extLst>
              <a:ext uri="{FF2B5EF4-FFF2-40B4-BE49-F238E27FC236}">
                <a16:creationId xmlns:a16="http://schemas.microsoft.com/office/drawing/2014/main" id="{77133234-C632-454B-A9CA-0DB3E8BC2C4C}"/>
              </a:ext>
            </a:extLst>
          </p:cNvPr>
          <p:cNvCxnSpPr>
            <a:cxnSpLocks/>
          </p:cNvCxnSpPr>
          <p:nvPr/>
        </p:nvCxnSpPr>
        <p:spPr>
          <a:xfrm>
            <a:off x="4895689" y="1670009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181">
            <a:extLst>
              <a:ext uri="{FF2B5EF4-FFF2-40B4-BE49-F238E27FC236}">
                <a16:creationId xmlns:a16="http://schemas.microsoft.com/office/drawing/2014/main" id="{1828F375-D6E5-4055-AAFB-EF19A1AD28DD}"/>
              </a:ext>
            </a:extLst>
          </p:cNvPr>
          <p:cNvCxnSpPr>
            <a:cxnSpLocks/>
          </p:cNvCxnSpPr>
          <p:nvPr/>
        </p:nvCxnSpPr>
        <p:spPr>
          <a:xfrm flipV="1">
            <a:off x="5002524" y="1777503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eur droit 182">
            <a:extLst>
              <a:ext uri="{FF2B5EF4-FFF2-40B4-BE49-F238E27FC236}">
                <a16:creationId xmlns:a16="http://schemas.microsoft.com/office/drawing/2014/main" id="{321C3F05-E4F2-4297-96FC-BCFA777EC20E}"/>
              </a:ext>
            </a:extLst>
          </p:cNvPr>
          <p:cNvCxnSpPr>
            <a:cxnSpLocks/>
          </p:cNvCxnSpPr>
          <p:nvPr/>
        </p:nvCxnSpPr>
        <p:spPr>
          <a:xfrm>
            <a:off x="5006350" y="3616170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eur droit 183">
            <a:extLst>
              <a:ext uri="{FF2B5EF4-FFF2-40B4-BE49-F238E27FC236}">
                <a16:creationId xmlns:a16="http://schemas.microsoft.com/office/drawing/2014/main" id="{5C0A86E1-F5DB-4B06-9156-5CB30990CE2D}"/>
              </a:ext>
            </a:extLst>
          </p:cNvPr>
          <p:cNvCxnSpPr>
            <a:cxnSpLocks/>
          </p:cNvCxnSpPr>
          <p:nvPr/>
        </p:nvCxnSpPr>
        <p:spPr>
          <a:xfrm>
            <a:off x="4970727" y="3616169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eur droit 184">
            <a:extLst>
              <a:ext uri="{FF2B5EF4-FFF2-40B4-BE49-F238E27FC236}">
                <a16:creationId xmlns:a16="http://schemas.microsoft.com/office/drawing/2014/main" id="{8E0C1226-D8A8-44D5-BECE-43E93C80215B}"/>
              </a:ext>
            </a:extLst>
          </p:cNvPr>
          <p:cNvCxnSpPr>
            <a:cxnSpLocks/>
          </p:cNvCxnSpPr>
          <p:nvPr/>
        </p:nvCxnSpPr>
        <p:spPr>
          <a:xfrm>
            <a:off x="5028062" y="3616169"/>
            <a:ext cx="0" cy="83309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eur droit 185">
            <a:extLst>
              <a:ext uri="{FF2B5EF4-FFF2-40B4-BE49-F238E27FC236}">
                <a16:creationId xmlns:a16="http://schemas.microsoft.com/office/drawing/2014/main" id="{749DDE37-3CF0-43B8-84D7-D2DC5232A800}"/>
              </a:ext>
            </a:extLst>
          </p:cNvPr>
          <p:cNvCxnSpPr>
            <a:cxnSpLocks/>
          </p:cNvCxnSpPr>
          <p:nvPr/>
        </p:nvCxnSpPr>
        <p:spPr>
          <a:xfrm flipV="1">
            <a:off x="5001952" y="4444011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eur droit 186">
            <a:extLst>
              <a:ext uri="{FF2B5EF4-FFF2-40B4-BE49-F238E27FC236}">
                <a16:creationId xmlns:a16="http://schemas.microsoft.com/office/drawing/2014/main" id="{A8BF55E4-4628-4868-9624-38B4BDC73429}"/>
              </a:ext>
            </a:extLst>
          </p:cNvPr>
          <p:cNvCxnSpPr>
            <a:cxnSpLocks/>
          </p:cNvCxnSpPr>
          <p:nvPr/>
        </p:nvCxnSpPr>
        <p:spPr>
          <a:xfrm>
            <a:off x="4966581" y="4460960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eur droit 187">
            <a:extLst>
              <a:ext uri="{FF2B5EF4-FFF2-40B4-BE49-F238E27FC236}">
                <a16:creationId xmlns:a16="http://schemas.microsoft.com/office/drawing/2014/main" id="{78B3663E-23D6-4019-AD8F-D6D831DE7F6B}"/>
              </a:ext>
            </a:extLst>
          </p:cNvPr>
          <p:cNvCxnSpPr>
            <a:cxnSpLocks/>
          </p:cNvCxnSpPr>
          <p:nvPr/>
        </p:nvCxnSpPr>
        <p:spPr>
          <a:xfrm>
            <a:off x="4158047" y="2982456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eur droit 188">
            <a:extLst>
              <a:ext uri="{FF2B5EF4-FFF2-40B4-BE49-F238E27FC236}">
                <a16:creationId xmlns:a16="http://schemas.microsoft.com/office/drawing/2014/main" id="{44E4B8D0-3318-46DE-A9F5-2DB5E0A9BD86}"/>
              </a:ext>
            </a:extLst>
          </p:cNvPr>
          <p:cNvCxnSpPr>
            <a:cxnSpLocks/>
          </p:cNvCxnSpPr>
          <p:nvPr/>
        </p:nvCxnSpPr>
        <p:spPr>
          <a:xfrm>
            <a:off x="4096161" y="2997299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droit 189">
            <a:extLst>
              <a:ext uri="{FF2B5EF4-FFF2-40B4-BE49-F238E27FC236}">
                <a16:creationId xmlns:a16="http://schemas.microsoft.com/office/drawing/2014/main" id="{BE681AAD-9F41-4CD7-97B0-6ECC81E59CB3}"/>
              </a:ext>
            </a:extLst>
          </p:cNvPr>
          <p:cNvCxnSpPr>
            <a:cxnSpLocks/>
          </p:cNvCxnSpPr>
          <p:nvPr/>
        </p:nvCxnSpPr>
        <p:spPr>
          <a:xfrm flipV="1">
            <a:off x="4096161" y="2987701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eur droit 190">
            <a:extLst>
              <a:ext uri="{FF2B5EF4-FFF2-40B4-BE49-F238E27FC236}">
                <a16:creationId xmlns:a16="http://schemas.microsoft.com/office/drawing/2014/main" id="{4D27DCE6-D0A8-4BC5-A15F-EEFCAA8569F0}"/>
              </a:ext>
            </a:extLst>
          </p:cNvPr>
          <p:cNvCxnSpPr>
            <a:cxnSpLocks/>
          </p:cNvCxnSpPr>
          <p:nvPr/>
        </p:nvCxnSpPr>
        <p:spPr>
          <a:xfrm flipH="1" flipV="1">
            <a:off x="4054129" y="2972481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191">
            <a:extLst>
              <a:ext uri="{FF2B5EF4-FFF2-40B4-BE49-F238E27FC236}">
                <a16:creationId xmlns:a16="http://schemas.microsoft.com/office/drawing/2014/main" id="{507AC74C-46FE-427D-A173-76DBFB9A6637}"/>
              </a:ext>
            </a:extLst>
          </p:cNvPr>
          <p:cNvCxnSpPr>
            <a:cxnSpLocks/>
          </p:cNvCxnSpPr>
          <p:nvPr/>
        </p:nvCxnSpPr>
        <p:spPr>
          <a:xfrm flipH="1" flipV="1">
            <a:off x="4125099" y="2962546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eur droit 192">
            <a:extLst>
              <a:ext uri="{FF2B5EF4-FFF2-40B4-BE49-F238E27FC236}">
                <a16:creationId xmlns:a16="http://schemas.microsoft.com/office/drawing/2014/main" id="{BF7337CB-4442-41CC-9591-11F6190DBD6E}"/>
              </a:ext>
            </a:extLst>
          </p:cNvPr>
          <p:cNvCxnSpPr>
            <a:cxnSpLocks/>
          </p:cNvCxnSpPr>
          <p:nvPr/>
        </p:nvCxnSpPr>
        <p:spPr>
          <a:xfrm flipH="1" flipV="1">
            <a:off x="4047932" y="3017090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193">
            <a:extLst>
              <a:ext uri="{FF2B5EF4-FFF2-40B4-BE49-F238E27FC236}">
                <a16:creationId xmlns:a16="http://schemas.microsoft.com/office/drawing/2014/main" id="{42AE6CF2-488A-4110-A689-6F6E3DFD627B}"/>
              </a:ext>
            </a:extLst>
          </p:cNvPr>
          <p:cNvCxnSpPr>
            <a:cxnSpLocks/>
          </p:cNvCxnSpPr>
          <p:nvPr/>
        </p:nvCxnSpPr>
        <p:spPr>
          <a:xfrm flipV="1">
            <a:off x="4096940" y="3032692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eur droit 194">
            <a:extLst>
              <a:ext uri="{FF2B5EF4-FFF2-40B4-BE49-F238E27FC236}">
                <a16:creationId xmlns:a16="http://schemas.microsoft.com/office/drawing/2014/main" id="{7F13E9E2-51A5-47E5-9A64-80A3A7F2F733}"/>
              </a:ext>
            </a:extLst>
          </p:cNvPr>
          <p:cNvCxnSpPr>
            <a:cxnSpLocks/>
          </p:cNvCxnSpPr>
          <p:nvPr/>
        </p:nvCxnSpPr>
        <p:spPr>
          <a:xfrm flipV="1">
            <a:off x="4050150" y="2967284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195">
            <a:extLst>
              <a:ext uri="{FF2B5EF4-FFF2-40B4-BE49-F238E27FC236}">
                <a16:creationId xmlns:a16="http://schemas.microsoft.com/office/drawing/2014/main" id="{9C62A146-5D3E-4E80-AC33-0553129025F3}"/>
              </a:ext>
            </a:extLst>
          </p:cNvPr>
          <p:cNvCxnSpPr>
            <a:cxnSpLocks/>
          </p:cNvCxnSpPr>
          <p:nvPr/>
        </p:nvCxnSpPr>
        <p:spPr>
          <a:xfrm flipV="1">
            <a:off x="4044749" y="2961081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196">
            <a:extLst>
              <a:ext uri="{FF2B5EF4-FFF2-40B4-BE49-F238E27FC236}">
                <a16:creationId xmlns:a16="http://schemas.microsoft.com/office/drawing/2014/main" id="{54899928-7EAD-4EC2-BC3C-03F2DF517BB5}"/>
              </a:ext>
            </a:extLst>
          </p:cNvPr>
          <p:cNvCxnSpPr>
            <a:cxnSpLocks/>
          </p:cNvCxnSpPr>
          <p:nvPr/>
        </p:nvCxnSpPr>
        <p:spPr>
          <a:xfrm>
            <a:off x="4104640" y="3029218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197">
            <a:extLst>
              <a:ext uri="{FF2B5EF4-FFF2-40B4-BE49-F238E27FC236}">
                <a16:creationId xmlns:a16="http://schemas.microsoft.com/office/drawing/2014/main" id="{830E362C-14A0-4E7A-9D6E-FEDEF0CA164C}"/>
              </a:ext>
            </a:extLst>
          </p:cNvPr>
          <p:cNvCxnSpPr>
            <a:cxnSpLocks/>
          </p:cNvCxnSpPr>
          <p:nvPr/>
        </p:nvCxnSpPr>
        <p:spPr>
          <a:xfrm>
            <a:off x="4102420" y="301473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>
            <a:extLst>
              <a:ext uri="{FF2B5EF4-FFF2-40B4-BE49-F238E27FC236}">
                <a16:creationId xmlns:a16="http://schemas.microsoft.com/office/drawing/2014/main" id="{7203BE2A-CAB0-4D01-9C4F-A0FAE21EEA29}"/>
              </a:ext>
            </a:extLst>
          </p:cNvPr>
          <p:cNvCxnSpPr>
            <a:cxnSpLocks/>
          </p:cNvCxnSpPr>
          <p:nvPr/>
        </p:nvCxnSpPr>
        <p:spPr>
          <a:xfrm>
            <a:off x="4057751" y="3004310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199">
            <a:extLst>
              <a:ext uri="{FF2B5EF4-FFF2-40B4-BE49-F238E27FC236}">
                <a16:creationId xmlns:a16="http://schemas.microsoft.com/office/drawing/2014/main" id="{F3A12159-7091-4DAE-B19A-80E1CB9CEF3C}"/>
              </a:ext>
            </a:extLst>
          </p:cNvPr>
          <p:cNvCxnSpPr>
            <a:cxnSpLocks/>
          </p:cNvCxnSpPr>
          <p:nvPr/>
        </p:nvCxnSpPr>
        <p:spPr>
          <a:xfrm>
            <a:off x="4070957" y="298886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eur droit 200">
            <a:extLst>
              <a:ext uri="{FF2B5EF4-FFF2-40B4-BE49-F238E27FC236}">
                <a16:creationId xmlns:a16="http://schemas.microsoft.com/office/drawing/2014/main" id="{64571EA2-C738-4EB3-BE44-CE901A6BB99D}"/>
              </a:ext>
            </a:extLst>
          </p:cNvPr>
          <p:cNvCxnSpPr>
            <a:cxnSpLocks/>
          </p:cNvCxnSpPr>
          <p:nvPr/>
        </p:nvCxnSpPr>
        <p:spPr>
          <a:xfrm>
            <a:off x="4095225" y="2994594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eur droit 201">
            <a:extLst>
              <a:ext uri="{FF2B5EF4-FFF2-40B4-BE49-F238E27FC236}">
                <a16:creationId xmlns:a16="http://schemas.microsoft.com/office/drawing/2014/main" id="{56A7344F-E1D9-4D8B-A411-799836248885}"/>
              </a:ext>
            </a:extLst>
          </p:cNvPr>
          <p:cNvCxnSpPr>
            <a:cxnSpLocks/>
          </p:cNvCxnSpPr>
          <p:nvPr/>
        </p:nvCxnSpPr>
        <p:spPr>
          <a:xfrm>
            <a:off x="4084726" y="298544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202">
            <a:extLst>
              <a:ext uri="{FF2B5EF4-FFF2-40B4-BE49-F238E27FC236}">
                <a16:creationId xmlns:a16="http://schemas.microsoft.com/office/drawing/2014/main" id="{33E9D32C-B27B-4BD0-9407-85E5D78D845E}"/>
              </a:ext>
            </a:extLst>
          </p:cNvPr>
          <p:cNvCxnSpPr>
            <a:cxnSpLocks/>
          </p:cNvCxnSpPr>
          <p:nvPr/>
        </p:nvCxnSpPr>
        <p:spPr>
          <a:xfrm>
            <a:off x="4054881" y="299942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eur droit 203">
            <a:extLst>
              <a:ext uri="{FF2B5EF4-FFF2-40B4-BE49-F238E27FC236}">
                <a16:creationId xmlns:a16="http://schemas.microsoft.com/office/drawing/2014/main" id="{65090B63-7F97-4A38-8114-DD4C1CCDDE56}"/>
              </a:ext>
            </a:extLst>
          </p:cNvPr>
          <p:cNvCxnSpPr>
            <a:cxnSpLocks/>
          </p:cNvCxnSpPr>
          <p:nvPr/>
        </p:nvCxnSpPr>
        <p:spPr>
          <a:xfrm>
            <a:off x="4084464" y="301614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eur droit 204">
            <a:extLst>
              <a:ext uri="{FF2B5EF4-FFF2-40B4-BE49-F238E27FC236}">
                <a16:creationId xmlns:a16="http://schemas.microsoft.com/office/drawing/2014/main" id="{1A253CBE-13B5-4C0E-8D17-683CA6CEAC04}"/>
              </a:ext>
            </a:extLst>
          </p:cNvPr>
          <p:cNvCxnSpPr>
            <a:cxnSpLocks/>
          </p:cNvCxnSpPr>
          <p:nvPr/>
        </p:nvCxnSpPr>
        <p:spPr>
          <a:xfrm>
            <a:off x="4157268" y="2979092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>
            <a:extLst>
              <a:ext uri="{FF2B5EF4-FFF2-40B4-BE49-F238E27FC236}">
                <a16:creationId xmlns:a16="http://schemas.microsoft.com/office/drawing/2014/main" id="{34AA6FA9-C467-4528-8382-31FB0FA23364}"/>
              </a:ext>
            </a:extLst>
          </p:cNvPr>
          <p:cNvCxnSpPr>
            <a:cxnSpLocks/>
          </p:cNvCxnSpPr>
          <p:nvPr/>
        </p:nvCxnSpPr>
        <p:spPr>
          <a:xfrm>
            <a:off x="4095382" y="2993935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>
            <a:extLst>
              <a:ext uri="{FF2B5EF4-FFF2-40B4-BE49-F238E27FC236}">
                <a16:creationId xmlns:a16="http://schemas.microsoft.com/office/drawing/2014/main" id="{E63063A7-0B93-4D7B-BAA7-4A5C816EE9FC}"/>
              </a:ext>
            </a:extLst>
          </p:cNvPr>
          <p:cNvCxnSpPr>
            <a:cxnSpLocks/>
          </p:cNvCxnSpPr>
          <p:nvPr/>
        </p:nvCxnSpPr>
        <p:spPr>
          <a:xfrm flipV="1">
            <a:off x="4100331" y="2984437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eur droit 207">
            <a:extLst>
              <a:ext uri="{FF2B5EF4-FFF2-40B4-BE49-F238E27FC236}">
                <a16:creationId xmlns:a16="http://schemas.microsoft.com/office/drawing/2014/main" id="{4791EBCC-29C7-4020-8E0A-EE4454FBC2AA}"/>
              </a:ext>
            </a:extLst>
          </p:cNvPr>
          <p:cNvCxnSpPr>
            <a:cxnSpLocks/>
          </p:cNvCxnSpPr>
          <p:nvPr/>
        </p:nvCxnSpPr>
        <p:spPr>
          <a:xfrm flipH="1" flipV="1">
            <a:off x="4053350" y="2969117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208">
            <a:extLst>
              <a:ext uri="{FF2B5EF4-FFF2-40B4-BE49-F238E27FC236}">
                <a16:creationId xmlns:a16="http://schemas.microsoft.com/office/drawing/2014/main" id="{5C055C57-EDCF-41B4-98C8-F8EED30AC2BA}"/>
              </a:ext>
            </a:extLst>
          </p:cNvPr>
          <p:cNvCxnSpPr>
            <a:cxnSpLocks/>
          </p:cNvCxnSpPr>
          <p:nvPr/>
        </p:nvCxnSpPr>
        <p:spPr>
          <a:xfrm flipH="1" flipV="1">
            <a:off x="4124320" y="2959182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209">
            <a:extLst>
              <a:ext uri="{FF2B5EF4-FFF2-40B4-BE49-F238E27FC236}">
                <a16:creationId xmlns:a16="http://schemas.microsoft.com/office/drawing/2014/main" id="{2A325170-268B-42DD-B4FB-92F32834DD71}"/>
              </a:ext>
            </a:extLst>
          </p:cNvPr>
          <p:cNvCxnSpPr>
            <a:cxnSpLocks/>
          </p:cNvCxnSpPr>
          <p:nvPr/>
        </p:nvCxnSpPr>
        <p:spPr>
          <a:xfrm flipH="1" flipV="1">
            <a:off x="4047153" y="3013726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>
            <a:extLst>
              <a:ext uri="{FF2B5EF4-FFF2-40B4-BE49-F238E27FC236}">
                <a16:creationId xmlns:a16="http://schemas.microsoft.com/office/drawing/2014/main" id="{00EA1D84-668D-4DC3-8973-CFA222FA8D5C}"/>
              </a:ext>
            </a:extLst>
          </p:cNvPr>
          <p:cNvCxnSpPr>
            <a:cxnSpLocks/>
          </p:cNvCxnSpPr>
          <p:nvPr/>
        </p:nvCxnSpPr>
        <p:spPr>
          <a:xfrm flipV="1">
            <a:off x="4096161" y="3029328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cteur droit 211">
            <a:extLst>
              <a:ext uri="{FF2B5EF4-FFF2-40B4-BE49-F238E27FC236}">
                <a16:creationId xmlns:a16="http://schemas.microsoft.com/office/drawing/2014/main" id="{C340C486-4338-4A64-B579-7F70DB224DB0}"/>
              </a:ext>
            </a:extLst>
          </p:cNvPr>
          <p:cNvCxnSpPr>
            <a:cxnSpLocks/>
          </p:cNvCxnSpPr>
          <p:nvPr/>
        </p:nvCxnSpPr>
        <p:spPr>
          <a:xfrm flipV="1">
            <a:off x="4049371" y="2963920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>
            <a:extLst>
              <a:ext uri="{FF2B5EF4-FFF2-40B4-BE49-F238E27FC236}">
                <a16:creationId xmlns:a16="http://schemas.microsoft.com/office/drawing/2014/main" id="{39281D21-1A1B-4A77-87CA-7AEC0E7C1D36}"/>
              </a:ext>
            </a:extLst>
          </p:cNvPr>
          <p:cNvCxnSpPr>
            <a:cxnSpLocks/>
          </p:cNvCxnSpPr>
          <p:nvPr/>
        </p:nvCxnSpPr>
        <p:spPr>
          <a:xfrm flipV="1">
            <a:off x="4043970" y="2957717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213">
            <a:extLst>
              <a:ext uri="{FF2B5EF4-FFF2-40B4-BE49-F238E27FC236}">
                <a16:creationId xmlns:a16="http://schemas.microsoft.com/office/drawing/2014/main" id="{8A46E83B-FDF5-434E-8792-0E596F2AF151}"/>
              </a:ext>
            </a:extLst>
          </p:cNvPr>
          <p:cNvCxnSpPr>
            <a:cxnSpLocks/>
          </p:cNvCxnSpPr>
          <p:nvPr/>
        </p:nvCxnSpPr>
        <p:spPr>
          <a:xfrm>
            <a:off x="4953579" y="1702187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09DBE3AB-5A92-4FC2-B453-6E1E796F0558}"/>
              </a:ext>
            </a:extLst>
          </p:cNvPr>
          <p:cNvCxnSpPr>
            <a:cxnSpLocks/>
          </p:cNvCxnSpPr>
          <p:nvPr/>
        </p:nvCxnSpPr>
        <p:spPr>
          <a:xfrm>
            <a:off x="4946173" y="1756529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eur droit 215">
            <a:extLst>
              <a:ext uri="{FF2B5EF4-FFF2-40B4-BE49-F238E27FC236}">
                <a16:creationId xmlns:a16="http://schemas.microsoft.com/office/drawing/2014/main" id="{DE7D02D5-4E2A-4E71-A96A-F999B64E955D}"/>
              </a:ext>
            </a:extLst>
          </p:cNvPr>
          <p:cNvCxnSpPr>
            <a:cxnSpLocks/>
          </p:cNvCxnSpPr>
          <p:nvPr/>
        </p:nvCxnSpPr>
        <p:spPr>
          <a:xfrm>
            <a:off x="4999616" y="1728752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eur droit 216">
            <a:extLst>
              <a:ext uri="{FF2B5EF4-FFF2-40B4-BE49-F238E27FC236}">
                <a16:creationId xmlns:a16="http://schemas.microsoft.com/office/drawing/2014/main" id="{FBD9DDBA-07D1-4EF7-88D1-01B1D110F3A4}"/>
              </a:ext>
            </a:extLst>
          </p:cNvPr>
          <p:cNvCxnSpPr>
            <a:cxnSpLocks/>
          </p:cNvCxnSpPr>
          <p:nvPr/>
        </p:nvCxnSpPr>
        <p:spPr>
          <a:xfrm>
            <a:off x="5063902" y="1727861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>
            <a:extLst>
              <a:ext uri="{FF2B5EF4-FFF2-40B4-BE49-F238E27FC236}">
                <a16:creationId xmlns:a16="http://schemas.microsoft.com/office/drawing/2014/main" id="{09B41E25-7308-4AB2-B6D4-D8349BFD4A15}"/>
              </a:ext>
            </a:extLst>
          </p:cNvPr>
          <p:cNvCxnSpPr>
            <a:cxnSpLocks/>
          </p:cNvCxnSpPr>
          <p:nvPr/>
        </p:nvCxnSpPr>
        <p:spPr>
          <a:xfrm>
            <a:off x="4964380" y="1744100"/>
            <a:ext cx="43968" cy="267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eur droit 218">
            <a:extLst>
              <a:ext uri="{FF2B5EF4-FFF2-40B4-BE49-F238E27FC236}">
                <a16:creationId xmlns:a16="http://schemas.microsoft.com/office/drawing/2014/main" id="{D30BFDD5-B941-444E-9333-085E6A2A34D8}"/>
              </a:ext>
            </a:extLst>
          </p:cNvPr>
          <p:cNvCxnSpPr>
            <a:cxnSpLocks/>
          </p:cNvCxnSpPr>
          <p:nvPr/>
        </p:nvCxnSpPr>
        <p:spPr>
          <a:xfrm>
            <a:off x="4960233" y="1740153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>
            <a:extLst>
              <a:ext uri="{FF2B5EF4-FFF2-40B4-BE49-F238E27FC236}">
                <a16:creationId xmlns:a16="http://schemas.microsoft.com/office/drawing/2014/main" id="{392607FE-0253-41DD-BB54-B91C9CECC0E0}"/>
              </a:ext>
            </a:extLst>
          </p:cNvPr>
          <p:cNvCxnSpPr>
            <a:cxnSpLocks/>
          </p:cNvCxnSpPr>
          <p:nvPr/>
        </p:nvCxnSpPr>
        <p:spPr>
          <a:xfrm>
            <a:off x="4994047" y="1765234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220">
            <a:extLst>
              <a:ext uri="{FF2B5EF4-FFF2-40B4-BE49-F238E27FC236}">
                <a16:creationId xmlns:a16="http://schemas.microsoft.com/office/drawing/2014/main" id="{155B13A9-D69E-4588-B08E-62B952F7115E}"/>
              </a:ext>
            </a:extLst>
          </p:cNvPr>
          <p:cNvCxnSpPr>
            <a:cxnSpLocks/>
          </p:cNvCxnSpPr>
          <p:nvPr/>
        </p:nvCxnSpPr>
        <p:spPr>
          <a:xfrm>
            <a:off x="4994319" y="1740153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>
            <a:extLst>
              <a:ext uri="{FF2B5EF4-FFF2-40B4-BE49-F238E27FC236}">
                <a16:creationId xmlns:a16="http://schemas.microsoft.com/office/drawing/2014/main" id="{C757B9B4-7A11-4ACB-8B67-C8FD9E9F2A4F}"/>
              </a:ext>
            </a:extLst>
          </p:cNvPr>
          <p:cNvCxnSpPr>
            <a:cxnSpLocks/>
          </p:cNvCxnSpPr>
          <p:nvPr/>
        </p:nvCxnSpPr>
        <p:spPr>
          <a:xfrm>
            <a:off x="4954427" y="1740153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eur droit 222">
            <a:extLst>
              <a:ext uri="{FF2B5EF4-FFF2-40B4-BE49-F238E27FC236}">
                <a16:creationId xmlns:a16="http://schemas.microsoft.com/office/drawing/2014/main" id="{7456D033-9C37-4C8D-96DB-C98FBCB11FFD}"/>
              </a:ext>
            </a:extLst>
          </p:cNvPr>
          <p:cNvCxnSpPr>
            <a:cxnSpLocks/>
          </p:cNvCxnSpPr>
          <p:nvPr/>
        </p:nvCxnSpPr>
        <p:spPr>
          <a:xfrm>
            <a:off x="4953993" y="1721291"/>
            <a:ext cx="61824" cy="31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>
            <a:extLst>
              <a:ext uri="{FF2B5EF4-FFF2-40B4-BE49-F238E27FC236}">
                <a16:creationId xmlns:a16="http://schemas.microsoft.com/office/drawing/2014/main" id="{C47F9AB1-7028-48E1-8B18-5AE11E77EB36}"/>
              </a:ext>
            </a:extLst>
          </p:cNvPr>
          <p:cNvCxnSpPr>
            <a:cxnSpLocks/>
          </p:cNvCxnSpPr>
          <p:nvPr/>
        </p:nvCxnSpPr>
        <p:spPr>
          <a:xfrm flipH="1">
            <a:off x="4898527" y="1614030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eur droit 224">
            <a:extLst>
              <a:ext uri="{FF2B5EF4-FFF2-40B4-BE49-F238E27FC236}">
                <a16:creationId xmlns:a16="http://schemas.microsoft.com/office/drawing/2014/main" id="{0C1369E2-169E-4390-ABDE-619BD7538DCF}"/>
              </a:ext>
            </a:extLst>
          </p:cNvPr>
          <p:cNvCxnSpPr>
            <a:cxnSpLocks/>
          </p:cNvCxnSpPr>
          <p:nvPr/>
        </p:nvCxnSpPr>
        <p:spPr>
          <a:xfrm flipH="1">
            <a:off x="5002454" y="1678967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225">
            <a:extLst>
              <a:ext uri="{FF2B5EF4-FFF2-40B4-BE49-F238E27FC236}">
                <a16:creationId xmlns:a16="http://schemas.microsoft.com/office/drawing/2014/main" id="{18F1D9B6-7D0D-41E7-8514-C12CF0DE3F22}"/>
              </a:ext>
            </a:extLst>
          </p:cNvPr>
          <p:cNvCxnSpPr>
            <a:cxnSpLocks/>
          </p:cNvCxnSpPr>
          <p:nvPr/>
        </p:nvCxnSpPr>
        <p:spPr>
          <a:xfrm>
            <a:off x="4898527" y="1638720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eur droit 226">
            <a:extLst>
              <a:ext uri="{FF2B5EF4-FFF2-40B4-BE49-F238E27FC236}">
                <a16:creationId xmlns:a16="http://schemas.microsoft.com/office/drawing/2014/main" id="{9710D401-CCFA-4FDC-866F-6928F84FB076}"/>
              </a:ext>
            </a:extLst>
          </p:cNvPr>
          <p:cNvCxnSpPr>
            <a:cxnSpLocks/>
          </p:cNvCxnSpPr>
          <p:nvPr/>
        </p:nvCxnSpPr>
        <p:spPr>
          <a:xfrm>
            <a:off x="5099775" y="1614030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eur droit 227">
            <a:extLst>
              <a:ext uri="{FF2B5EF4-FFF2-40B4-BE49-F238E27FC236}">
                <a16:creationId xmlns:a16="http://schemas.microsoft.com/office/drawing/2014/main" id="{467B897C-E4EA-4877-B570-24CEE4D1052B}"/>
              </a:ext>
            </a:extLst>
          </p:cNvPr>
          <p:cNvCxnSpPr>
            <a:cxnSpLocks/>
          </p:cNvCxnSpPr>
          <p:nvPr/>
        </p:nvCxnSpPr>
        <p:spPr>
          <a:xfrm>
            <a:off x="4898527" y="1633462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eur droit 228">
            <a:extLst>
              <a:ext uri="{FF2B5EF4-FFF2-40B4-BE49-F238E27FC236}">
                <a16:creationId xmlns:a16="http://schemas.microsoft.com/office/drawing/2014/main" id="{EC6BEE51-BD20-42DA-83FA-392940E8FFB0}"/>
              </a:ext>
            </a:extLst>
          </p:cNvPr>
          <p:cNvCxnSpPr>
            <a:cxnSpLocks/>
          </p:cNvCxnSpPr>
          <p:nvPr/>
        </p:nvCxnSpPr>
        <p:spPr>
          <a:xfrm>
            <a:off x="5002839" y="1695196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eur droit 229">
            <a:extLst>
              <a:ext uri="{FF2B5EF4-FFF2-40B4-BE49-F238E27FC236}">
                <a16:creationId xmlns:a16="http://schemas.microsoft.com/office/drawing/2014/main" id="{6AB3BDF6-88E5-4BF2-95BD-9679ABC8FAA4}"/>
              </a:ext>
            </a:extLst>
          </p:cNvPr>
          <p:cNvCxnSpPr>
            <a:cxnSpLocks/>
          </p:cNvCxnSpPr>
          <p:nvPr/>
        </p:nvCxnSpPr>
        <p:spPr>
          <a:xfrm>
            <a:off x="5212644" y="1678234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eur droit 230">
            <a:extLst>
              <a:ext uri="{FF2B5EF4-FFF2-40B4-BE49-F238E27FC236}">
                <a16:creationId xmlns:a16="http://schemas.microsoft.com/office/drawing/2014/main" id="{63BA5AEF-E818-4030-80AF-7F3450C05E6A}"/>
              </a:ext>
            </a:extLst>
          </p:cNvPr>
          <p:cNvCxnSpPr>
            <a:cxnSpLocks/>
          </p:cNvCxnSpPr>
          <p:nvPr/>
        </p:nvCxnSpPr>
        <p:spPr>
          <a:xfrm flipH="1">
            <a:off x="5002454" y="1711449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eur droit 231">
            <a:extLst>
              <a:ext uri="{FF2B5EF4-FFF2-40B4-BE49-F238E27FC236}">
                <a16:creationId xmlns:a16="http://schemas.microsoft.com/office/drawing/2014/main" id="{A4473334-CBB2-4BAD-9C69-55A8F7C59E44}"/>
              </a:ext>
            </a:extLst>
          </p:cNvPr>
          <p:cNvCxnSpPr>
            <a:cxnSpLocks/>
          </p:cNvCxnSpPr>
          <p:nvPr/>
        </p:nvCxnSpPr>
        <p:spPr>
          <a:xfrm>
            <a:off x="4896191" y="1672208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>
            <a:extLst>
              <a:ext uri="{FF2B5EF4-FFF2-40B4-BE49-F238E27FC236}">
                <a16:creationId xmlns:a16="http://schemas.microsoft.com/office/drawing/2014/main" id="{4A5C4BC5-D0DD-4E85-878F-1640091F60CF}"/>
              </a:ext>
            </a:extLst>
          </p:cNvPr>
          <p:cNvCxnSpPr>
            <a:cxnSpLocks/>
          </p:cNvCxnSpPr>
          <p:nvPr/>
        </p:nvCxnSpPr>
        <p:spPr>
          <a:xfrm flipV="1">
            <a:off x="5003026" y="1779702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>
            <a:extLst>
              <a:ext uri="{FF2B5EF4-FFF2-40B4-BE49-F238E27FC236}">
                <a16:creationId xmlns:a16="http://schemas.microsoft.com/office/drawing/2014/main" id="{897A23A2-5CCF-469D-B627-5F081E44CBAC}"/>
              </a:ext>
            </a:extLst>
          </p:cNvPr>
          <p:cNvCxnSpPr>
            <a:cxnSpLocks/>
          </p:cNvCxnSpPr>
          <p:nvPr/>
        </p:nvCxnSpPr>
        <p:spPr>
          <a:xfrm>
            <a:off x="4954081" y="1704386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234">
            <a:extLst>
              <a:ext uri="{FF2B5EF4-FFF2-40B4-BE49-F238E27FC236}">
                <a16:creationId xmlns:a16="http://schemas.microsoft.com/office/drawing/2014/main" id="{2EDD2E09-1119-469C-9452-E0553C961770}"/>
              </a:ext>
            </a:extLst>
          </p:cNvPr>
          <p:cNvCxnSpPr>
            <a:cxnSpLocks/>
          </p:cNvCxnSpPr>
          <p:nvPr/>
        </p:nvCxnSpPr>
        <p:spPr>
          <a:xfrm>
            <a:off x="4946675" y="1758728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eur droit 235">
            <a:extLst>
              <a:ext uri="{FF2B5EF4-FFF2-40B4-BE49-F238E27FC236}">
                <a16:creationId xmlns:a16="http://schemas.microsoft.com/office/drawing/2014/main" id="{F07A514D-6F7E-4382-BCD9-B3EF55FED035}"/>
              </a:ext>
            </a:extLst>
          </p:cNvPr>
          <p:cNvCxnSpPr>
            <a:cxnSpLocks/>
          </p:cNvCxnSpPr>
          <p:nvPr/>
        </p:nvCxnSpPr>
        <p:spPr>
          <a:xfrm>
            <a:off x="5000118" y="1730951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eur droit 236">
            <a:extLst>
              <a:ext uri="{FF2B5EF4-FFF2-40B4-BE49-F238E27FC236}">
                <a16:creationId xmlns:a16="http://schemas.microsoft.com/office/drawing/2014/main" id="{FD6F80F2-212C-4CE5-8F67-173CDF6CCFD8}"/>
              </a:ext>
            </a:extLst>
          </p:cNvPr>
          <p:cNvCxnSpPr>
            <a:cxnSpLocks/>
          </p:cNvCxnSpPr>
          <p:nvPr/>
        </p:nvCxnSpPr>
        <p:spPr>
          <a:xfrm>
            <a:off x="5064404" y="1730060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>
            <a:extLst>
              <a:ext uri="{FF2B5EF4-FFF2-40B4-BE49-F238E27FC236}">
                <a16:creationId xmlns:a16="http://schemas.microsoft.com/office/drawing/2014/main" id="{D09CF6E9-F8D3-4A08-AFA9-E6CC827307E3}"/>
              </a:ext>
            </a:extLst>
          </p:cNvPr>
          <p:cNvCxnSpPr>
            <a:cxnSpLocks/>
          </p:cNvCxnSpPr>
          <p:nvPr/>
        </p:nvCxnSpPr>
        <p:spPr>
          <a:xfrm>
            <a:off x="3699506" y="3636288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eur droit 238">
            <a:extLst>
              <a:ext uri="{FF2B5EF4-FFF2-40B4-BE49-F238E27FC236}">
                <a16:creationId xmlns:a16="http://schemas.microsoft.com/office/drawing/2014/main" id="{E752F960-7E01-462B-A127-1FD174C882E1}"/>
              </a:ext>
            </a:extLst>
          </p:cNvPr>
          <p:cNvCxnSpPr>
            <a:cxnSpLocks/>
          </p:cNvCxnSpPr>
          <p:nvPr/>
        </p:nvCxnSpPr>
        <p:spPr>
          <a:xfrm>
            <a:off x="3637620" y="3651131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239">
            <a:extLst>
              <a:ext uri="{FF2B5EF4-FFF2-40B4-BE49-F238E27FC236}">
                <a16:creationId xmlns:a16="http://schemas.microsoft.com/office/drawing/2014/main" id="{4267FFFD-09BE-4CAB-9410-3C2697E996F5}"/>
              </a:ext>
            </a:extLst>
          </p:cNvPr>
          <p:cNvCxnSpPr>
            <a:cxnSpLocks/>
          </p:cNvCxnSpPr>
          <p:nvPr/>
        </p:nvCxnSpPr>
        <p:spPr>
          <a:xfrm flipV="1">
            <a:off x="3637620" y="3641533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eur droit 240">
            <a:extLst>
              <a:ext uri="{FF2B5EF4-FFF2-40B4-BE49-F238E27FC236}">
                <a16:creationId xmlns:a16="http://schemas.microsoft.com/office/drawing/2014/main" id="{47BEA271-C056-40E0-AEAD-2001777EE5ED}"/>
              </a:ext>
            </a:extLst>
          </p:cNvPr>
          <p:cNvCxnSpPr>
            <a:cxnSpLocks/>
          </p:cNvCxnSpPr>
          <p:nvPr/>
        </p:nvCxnSpPr>
        <p:spPr>
          <a:xfrm flipH="1" flipV="1">
            <a:off x="3595588" y="3626313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eur droit 241">
            <a:extLst>
              <a:ext uri="{FF2B5EF4-FFF2-40B4-BE49-F238E27FC236}">
                <a16:creationId xmlns:a16="http://schemas.microsoft.com/office/drawing/2014/main" id="{EDAF7646-AED7-4B02-8B90-FC60CECCD6AA}"/>
              </a:ext>
            </a:extLst>
          </p:cNvPr>
          <p:cNvCxnSpPr>
            <a:cxnSpLocks/>
          </p:cNvCxnSpPr>
          <p:nvPr/>
        </p:nvCxnSpPr>
        <p:spPr>
          <a:xfrm flipH="1" flipV="1">
            <a:off x="3666558" y="3616378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242">
            <a:extLst>
              <a:ext uri="{FF2B5EF4-FFF2-40B4-BE49-F238E27FC236}">
                <a16:creationId xmlns:a16="http://schemas.microsoft.com/office/drawing/2014/main" id="{FCDBD797-8AF4-4923-AB69-C37FE3D92EE5}"/>
              </a:ext>
            </a:extLst>
          </p:cNvPr>
          <p:cNvCxnSpPr>
            <a:cxnSpLocks/>
          </p:cNvCxnSpPr>
          <p:nvPr/>
        </p:nvCxnSpPr>
        <p:spPr>
          <a:xfrm flipH="1" flipV="1">
            <a:off x="3589391" y="3670922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>
            <a:extLst>
              <a:ext uri="{FF2B5EF4-FFF2-40B4-BE49-F238E27FC236}">
                <a16:creationId xmlns:a16="http://schemas.microsoft.com/office/drawing/2014/main" id="{1B5E235C-29A6-4D14-A879-B299AEFCD782}"/>
              </a:ext>
            </a:extLst>
          </p:cNvPr>
          <p:cNvCxnSpPr>
            <a:cxnSpLocks/>
          </p:cNvCxnSpPr>
          <p:nvPr/>
        </p:nvCxnSpPr>
        <p:spPr>
          <a:xfrm flipV="1">
            <a:off x="3638399" y="3686524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>
            <a:extLst>
              <a:ext uri="{FF2B5EF4-FFF2-40B4-BE49-F238E27FC236}">
                <a16:creationId xmlns:a16="http://schemas.microsoft.com/office/drawing/2014/main" id="{E237B876-A2EB-4389-A599-9155D3E9EAD6}"/>
              </a:ext>
            </a:extLst>
          </p:cNvPr>
          <p:cNvCxnSpPr>
            <a:cxnSpLocks/>
          </p:cNvCxnSpPr>
          <p:nvPr/>
        </p:nvCxnSpPr>
        <p:spPr>
          <a:xfrm flipV="1">
            <a:off x="3591609" y="3621116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eur droit 245">
            <a:extLst>
              <a:ext uri="{FF2B5EF4-FFF2-40B4-BE49-F238E27FC236}">
                <a16:creationId xmlns:a16="http://schemas.microsoft.com/office/drawing/2014/main" id="{2ABC68A8-1334-411D-865D-C8132070D189}"/>
              </a:ext>
            </a:extLst>
          </p:cNvPr>
          <p:cNvCxnSpPr>
            <a:cxnSpLocks/>
          </p:cNvCxnSpPr>
          <p:nvPr/>
        </p:nvCxnSpPr>
        <p:spPr>
          <a:xfrm flipV="1">
            <a:off x="3586208" y="3614913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eur droit 246">
            <a:extLst>
              <a:ext uri="{FF2B5EF4-FFF2-40B4-BE49-F238E27FC236}">
                <a16:creationId xmlns:a16="http://schemas.microsoft.com/office/drawing/2014/main" id="{D848266D-A9C6-4572-8623-76784D9B699E}"/>
              </a:ext>
            </a:extLst>
          </p:cNvPr>
          <p:cNvCxnSpPr>
            <a:cxnSpLocks/>
          </p:cNvCxnSpPr>
          <p:nvPr/>
        </p:nvCxnSpPr>
        <p:spPr>
          <a:xfrm>
            <a:off x="3646099" y="3683050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247">
            <a:extLst>
              <a:ext uri="{FF2B5EF4-FFF2-40B4-BE49-F238E27FC236}">
                <a16:creationId xmlns:a16="http://schemas.microsoft.com/office/drawing/2014/main" id="{FB92BAFA-874D-43BA-A87A-8C07BF65878E}"/>
              </a:ext>
            </a:extLst>
          </p:cNvPr>
          <p:cNvCxnSpPr>
            <a:cxnSpLocks/>
          </p:cNvCxnSpPr>
          <p:nvPr/>
        </p:nvCxnSpPr>
        <p:spPr>
          <a:xfrm>
            <a:off x="3643879" y="3668568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eur droit 248">
            <a:extLst>
              <a:ext uri="{FF2B5EF4-FFF2-40B4-BE49-F238E27FC236}">
                <a16:creationId xmlns:a16="http://schemas.microsoft.com/office/drawing/2014/main" id="{63D78EB3-6DD0-44DB-A3B9-259EFF889773}"/>
              </a:ext>
            </a:extLst>
          </p:cNvPr>
          <p:cNvCxnSpPr>
            <a:cxnSpLocks/>
          </p:cNvCxnSpPr>
          <p:nvPr/>
        </p:nvCxnSpPr>
        <p:spPr>
          <a:xfrm>
            <a:off x="3599210" y="3658142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eur droit 249">
            <a:extLst>
              <a:ext uri="{FF2B5EF4-FFF2-40B4-BE49-F238E27FC236}">
                <a16:creationId xmlns:a16="http://schemas.microsoft.com/office/drawing/2014/main" id="{6B547BF8-F538-478D-8C7E-F2A33C817C49}"/>
              </a:ext>
            </a:extLst>
          </p:cNvPr>
          <p:cNvCxnSpPr>
            <a:cxnSpLocks/>
          </p:cNvCxnSpPr>
          <p:nvPr/>
        </p:nvCxnSpPr>
        <p:spPr>
          <a:xfrm>
            <a:off x="3612416" y="3642698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eur droit 250">
            <a:extLst>
              <a:ext uri="{FF2B5EF4-FFF2-40B4-BE49-F238E27FC236}">
                <a16:creationId xmlns:a16="http://schemas.microsoft.com/office/drawing/2014/main" id="{CB46279B-8E30-4204-A3A0-CD9D253E4CC4}"/>
              </a:ext>
            </a:extLst>
          </p:cNvPr>
          <p:cNvCxnSpPr>
            <a:cxnSpLocks/>
          </p:cNvCxnSpPr>
          <p:nvPr/>
        </p:nvCxnSpPr>
        <p:spPr>
          <a:xfrm>
            <a:off x="3636684" y="364842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eur droit 251">
            <a:extLst>
              <a:ext uri="{FF2B5EF4-FFF2-40B4-BE49-F238E27FC236}">
                <a16:creationId xmlns:a16="http://schemas.microsoft.com/office/drawing/2014/main" id="{3F67F4DB-617A-42CD-B480-B572D8E46B0A}"/>
              </a:ext>
            </a:extLst>
          </p:cNvPr>
          <p:cNvCxnSpPr>
            <a:cxnSpLocks/>
          </p:cNvCxnSpPr>
          <p:nvPr/>
        </p:nvCxnSpPr>
        <p:spPr>
          <a:xfrm>
            <a:off x="3626185" y="3639274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252">
            <a:extLst>
              <a:ext uri="{FF2B5EF4-FFF2-40B4-BE49-F238E27FC236}">
                <a16:creationId xmlns:a16="http://schemas.microsoft.com/office/drawing/2014/main" id="{FE447DC0-7D14-4667-8FBB-7C76F054AA89}"/>
              </a:ext>
            </a:extLst>
          </p:cNvPr>
          <p:cNvCxnSpPr>
            <a:cxnSpLocks/>
          </p:cNvCxnSpPr>
          <p:nvPr/>
        </p:nvCxnSpPr>
        <p:spPr>
          <a:xfrm>
            <a:off x="3596340" y="3653254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eur droit 253">
            <a:extLst>
              <a:ext uri="{FF2B5EF4-FFF2-40B4-BE49-F238E27FC236}">
                <a16:creationId xmlns:a16="http://schemas.microsoft.com/office/drawing/2014/main" id="{31EE6E9A-97AD-45AC-978B-AAF9DDFC9767}"/>
              </a:ext>
            </a:extLst>
          </p:cNvPr>
          <p:cNvCxnSpPr>
            <a:cxnSpLocks/>
          </p:cNvCxnSpPr>
          <p:nvPr/>
        </p:nvCxnSpPr>
        <p:spPr>
          <a:xfrm>
            <a:off x="3625923" y="3669978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254">
            <a:extLst>
              <a:ext uri="{FF2B5EF4-FFF2-40B4-BE49-F238E27FC236}">
                <a16:creationId xmlns:a16="http://schemas.microsoft.com/office/drawing/2014/main" id="{9D013B26-9466-42D5-8B1D-121255FDA82F}"/>
              </a:ext>
            </a:extLst>
          </p:cNvPr>
          <p:cNvCxnSpPr>
            <a:cxnSpLocks/>
          </p:cNvCxnSpPr>
          <p:nvPr/>
        </p:nvCxnSpPr>
        <p:spPr>
          <a:xfrm>
            <a:off x="3698727" y="3632924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eur droit 255">
            <a:extLst>
              <a:ext uri="{FF2B5EF4-FFF2-40B4-BE49-F238E27FC236}">
                <a16:creationId xmlns:a16="http://schemas.microsoft.com/office/drawing/2014/main" id="{278F22C3-4C8F-42C4-A184-D9D500A650A6}"/>
              </a:ext>
            </a:extLst>
          </p:cNvPr>
          <p:cNvCxnSpPr>
            <a:cxnSpLocks/>
          </p:cNvCxnSpPr>
          <p:nvPr/>
        </p:nvCxnSpPr>
        <p:spPr>
          <a:xfrm>
            <a:off x="3636841" y="3647767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256">
            <a:extLst>
              <a:ext uri="{FF2B5EF4-FFF2-40B4-BE49-F238E27FC236}">
                <a16:creationId xmlns:a16="http://schemas.microsoft.com/office/drawing/2014/main" id="{E0C88E5F-7265-47FE-B20A-9669A6A7F20B}"/>
              </a:ext>
            </a:extLst>
          </p:cNvPr>
          <p:cNvCxnSpPr>
            <a:cxnSpLocks/>
          </p:cNvCxnSpPr>
          <p:nvPr/>
        </p:nvCxnSpPr>
        <p:spPr>
          <a:xfrm flipV="1">
            <a:off x="3641790" y="3638269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eur droit 257">
            <a:extLst>
              <a:ext uri="{FF2B5EF4-FFF2-40B4-BE49-F238E27FC236}">
                <a16:creationId xmlns:a16="http://schemas.microsoft.com/office/drawing/2014/main" id="{7DE80155-D99D-451F-AB59-FAC3A6A151A4}"/>
              </a:ext>
            </a:extLst>
          </p:cNvPr>
          <p:cNvCxnSpPr>
            <a:cxnSpLocks/>
          </p:cNvCxnSpPr>
          <p:nvPr/>
        </p:nvCxnSpPr>
        <p:spPr>
          <a:xfrm flipH="1" flipV="1">
            <a:off x="3594809" y="3622949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>
            <a:extLst>
              <a:ext uri="{FF2B5EF4-FFF2-40B4-BE49-F238E27FC236}">
                <a16:creationId xmlns:a16="http://schemas.microsoft.com/office/drawing/2014/main" id="{FCC2F394-A97D-4D19-BE95-E61BB0EAA64D}"/>
              </a:ext>
            </a:extLst>
          </p:cNvPr>
          <p:cNvCxnSpPr>
            <a:cxnSpLocks/>
          </p:cNvCxnSpPr>
          <p:nvPr/>
        </p:nvCxnSpPr>
        <p:spPr>
          <a:xfrm flipH="1" flipV="1">
            <a:off x="3665779" y="3613014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eur droit 259">
            <a:extLst>
              <a:ext uri="{FF2B5EF4-FFF2-40B4-BE49-F238E27FC236}">
                <a16:creationId xmlns:a16="http://schemas.microsoft.com/office/drawing/2014/main" id="{B130C36C-C729-46CB-A39E-748CEFDFF631}"/>
              </a:ext>
            </a:extLst>
          </p:cNvPr>
          <p:cNvCxnSpPr>
            <a:cxnSpLocks/>
          </p:cNvCxnSpPr>
          <p:nvPr/>
        </p:nvCxnSpPr>
        <p:spPr>
          <a:xfrm flipH="1" flipV="1">
            <a:off x="3588612" y="3667558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eur droit 260">
            <a:extLst>
              <a:ext uri="{FF2B5EF4-FFF2-40B4-BE49-F238E27FC236}">
                <a16:creationId xmlns:a16="http://schemas.microsoft.com/office/drawing/2014/main" id="{410FABF6-F3A7-45DC-8738-151E6E978F5E}"/>
              </a:ext>
            </a:extLst>
          </p:cNvPr>
          <p:cNvCxnSpPr>
            <a:cxnSpLocks/>
          </p:cNvCxnSpPr>
          <p:nvPr/>
        </p:nvCxnSpPr>
        <p:spPr>
          <a:xfrm flipV="1">
            <a:off x="3637620" y="3683160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Connecteur droit 261">
            <a:extLst>
              <a:ext uri="{FF2B5EF4-FFF2-40B4-BE49-F238E27FC236}">
                <a16:creationId xmlns:a16="http://schemas.microsoft.com/office/drawing/2014/main" id="{EAA3A55D-E0A7-40DB-B2DA-7930221A8630}"/>
              </a:ext>
            </a:extLst>
          </p:cNvPr>
          <p:cNvCxnSpPr>
            <a:cxnSpLocks/>
          </p:cNvCxnSpPr>
          <p:nvPr/>
        </p:nvCxnSpPr>
        <p:spPr>
          <a:xfrm flipV="1">
            <a:off x="3590830" y="3617752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eur droit 262">
            <a:extLst>
              <a:ext uri="{FF2B5EF4-FFF2-40B4-BE49-F238E27FC236}">
                <a16:creationId xmlns:a16="http://schemas.microsoft.com/office/drawing/2014/main" id="{38BB7057-6BA8-44D0-9E79-B8ED4DB2D286}"/>
              </a:ext>
            </a:extLst>
          </p:cNvPr>
          <p:cNvCxnSpPr>
            <a:cxnSpLocks/>
          </p:cNvCxnSpPr>
          <p:nvPr/>
        </p:nvCxnSpPr>
        <p:spPr>
          <a:xfrm flipV="1">
            <a:off x="3585429" y="3611549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Parallélogramme 787">
            <a:extLst>
              <a:ext uri="{FF2B5EF4-FFF2-40B4-BE49-F238E27FC236}">
                <a16:creationId xmlns:a16="http://schemas.microsoft.com/office/drawing/2014/main" id="{FE299C16-9B12-4499-8F85-AFD32E5B648A}"/>
              </a:ext>
            </a:extLst>
          </p:cNvPr>
          <p:cNvSpPr/>
          <p:nvPr/>
        </p:nvSpPr>
        <p:spPr>
          <a:xfrm rot="12360215">
            <a:off x="4978107" y="3409437"/>
            <a:ext cx="176304" cy="74376"/>
          </a:xfrm>
          <a:custGeom>
            <a:avLst/>
            <a:gdLst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635616 w 635616"/>
              <a:gd name="connsiteY2" fmla="*/ 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43224 h 243224"/>
              <a:gd name="connsiteX1" fmla="*/ 0 w 635616"/>
              <a:gd name="connsiteY1" fmla="*/ 1109 h 243224"/>
              <a:gd name="connsiteX2" fmla="*/ 522478 w 635616"/>
              <a:gd name="connsiteY2" fmla="*/ 0 h 243224"/>
              <a:gd name="connsiteX3" fmla="*/ 635616 w 635616"/>
              <a:gd name="connsiteY3" fmla="*/ 243224 h 243224"/>
              <a:gd name="connsiteX4" fmla="*/ 0 w 635616"/>
              <a:gd name="connsiteY4" fmla="*/ 243224 h 243224"/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470203 w 635616"/>
              <a:gd name="connsiteY2" fmla="*/ 1447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57243 h 257243"/>
              <a:gd name="connsiteX1" fmla="*/ 0 w 635616"/>
              <a:gd name="connsiteY1" fmla="*/ 15128 h 257243"/>
              <a:gd name="connsiteX2" fmla="*/ 520165 w 635616"/>
              <a:gd name="connsiteY2" fmla="*/ 0 h 257243"/>
              <a:gd name="connsiteX3" fmla="*/ 635616 w 635616"/>
              <a:gd name="connsiteY3" fmla="*/ 257243 h 257243"/>
              <a:gd name="connsiteX4" fmla="*/ 0 w 635616"/>
              <a:gd name="connsiteY4" fmla="*/ 257243 h 257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616" h="257243">
                <a:moveTo>
                  <a:pt x="0" y="257243"/>
                </a:moveTo>
                <a:lnTo>
                  <a:pt x="0" y="15128"/>
                </a:lnTo>
                <a:lnTo>
                  <a:pt x="520165" y="0"/>
                </a:lnTo>
                <a:lnTo>
                  <a:pt x="635616" y="257243"/>
                </a:lnTo>
                <a:lnTo>
                  <a:pt x="0" y="257243"/>
                </a:lnTo>
                <a:close/>
              </a:path>
            </a:pathLst>
          </a:custGeom>
          <a:blipFill>
            <a:blip r:embed="rId3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5" name="Parallélogramme 264">
            <a:extLst>
              <a:ext uri="{FF2B5EF4-FFF2-40B4-BE49-F238E27FC236}">
                <a16:creationId xmlns:a16="http://schemas.microsoft.com/office/drawing/2014/main" id="{F7B587E9-A701-4564-B6B4-13EC5FE7EF32}"/>
              </a:ext>
            </a:extLst>
          </p:cNvPr>
          <p:cNvSpPr/>
          <p:nvPr/>
        </p:nvSpPr>
        <p:spPr>
          <a:xfrm rot="21186520">
            <a:off x="5000970" y="3473307"/>
            <a:ext cx="167552" cy="73953"/>
          </a:xfrm>
          <a:prstGeom prst="parallelogram">
            <a:avLst>
              <a:gd name="adj" fmla="val 18485"/>
            </a:avLst>
          </a:prstGeom>
          <a:blipFill>
            <a:blip r:embed="rId4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024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Grand écran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Arial Nova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nathan cordier</dc:creator>
  <cp:lastModifiedBy>nathan cordier</cp:lastModifiedBy>
  <cp:revision>1</cp:revision>
  <dcterms:created xsi:type="dcterms:W3CDTF">2019-12-19T14:17:30Z</dcterms:created>
  <dcterms:modified xsi:type="dcterms:W3CDTF">2019-12-19T14:19:08Z</dcterms:modified>
</cp:coreProperties>
</file>